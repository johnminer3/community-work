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media/image25.jpg" ContentType="image/png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60" r:id="rId8"/>
    <p:sldId id="269" r:id="rId9"/>
    <p:sldId id="270" r:id="rId10"/>
    <p:sldId id="271" r:id="rId11"/>
    <p:sldId id="273" r:id="rId12"/>
    <p:sldId id="272" r:id="rId13"/>
    <p:sldId id="274" r:id="rId14"/>
    <p:sldId id="275" r:id="rId15"/>
    <p:sldId id="276" r:id="rId16"/>
    <p:sldId id="277" r:id="rId17"/>
    <p:sldId id="266" r:id="rId18"/>
    <p:sldId id="267" r:id="rId19"/>
  </p:sldIdLst>
  <p:sldSz cx="9144000" cy="5143500" type="screen16x9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92F0F1D-43B4-BBA6-748B-86268BC18281}" name="Amber Dunk" initials="" userId="S::adunk@vsapartners.com::77cab3ed-1a7d-4bc9-9ca8-a85dfa351b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BDBD"/>
    <a:srgbClr val="E0E0E0"/>
    <a:srgbClr val="D0E2FF"/>
    <a:srgbClr val="00000D"/>
    <a:srgbClr val="000000"/>
    <a:srgbClr val="0D0D0D"/>
    <a:srgbClr val="8C8C8C"/>
    <a:srgbClr val="777776"/>
    <a:srgbClr val="FFCDF9"/>
    <a:srgbClr val="EDF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26"/>
  </p:normalViewPr>
  <p:slideViewPr>
    <p:cSldViewPr snapToGrid="0">
      <p:cViewPr varScale="1">
        <p:scale>
          <a:sx n="92" d="100"/>
          <a:sy n="92" d="100"/>
        </p:scale>
        <p:origin x="1214" y="293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7" d="100"/>
        <a:sy n="67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48DF2-DCA5-FE4B-94DA-2D4872BCDCB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77A716-2DC9-424A-9C94-A5CCAFEC5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733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15869" rtl="0" eaLnBrk="1" latinLnBrk="0" hangingPunct="1">
      <a:defRPr sz="546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207935" algn="l" defTabSz="415869" rtl="0" eaLnBrk="1" latinLnBrk="0" hangingPunct="1">
      <a:defRPr sz="546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415869" algn="l" defTabSz="415869" rtl="0" eaLnBrk="1" latinLnBrk="0" hangingPunct="1">
      <a:defRPr sz="546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623804" algn="l" defTabSz="415869" rtl="0" eaLnBrk="1" latinLnBrk="0" hangingPunct="1">
      <a:defRPr sz="546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831738" algn="l" defTabSz="415869" rtl="0" eaLnBrk="1" latinLnBrk="0" hangingPunct="1">
      <a:defRPr sz="546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039673" algn="l" defTabSz="415869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6pPr>
    <a:lvl7pPr marL="1247607" algn="l" defTabSz="415869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7pPr>
    <a:lvl8pPr marL="1455542" algn="l" defTabSz="415869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8pPr>
    <a:lvl9pPr marL="1663476" algn="l" defTabSz="415869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tx1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holding a tablet&#10;&#10;AI-generated content may be incorrect.">
            <a:extLst>
              <a:ext uri="{FF2B5EF4-FFF2-40B4-BE49-F238E27FC236}">
                <a16:creationId xmlns:a16="http://schemas.microsoft.com/office/drawing/2014/main" id="{A6D7D0E2-FF0D-03CD-A6AC-B087631A7D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E9BED8C5-21D0-5E95-3E11-6796136B97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940" y="337265"/>
            <a:ext cx="1741913" cy="640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685A90-3EA4-42E0-566A-4DCF384CAF44}"/>
              </a:ext>
            </a:extLst>
          </p:cNvPr>
          <p:cNvSpPr txBox="1"/>
          <p:nvPr userDrawn="1"/>
        </p:nvSpPr>
        <p:spPr>
          <a:xfrm>
            <a:off x="8610192" y="4820737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E0E0E0"/>
                </a:solidFill>
                <a:latin typeface="+mn-lt"/>
                <a:cs typeface="Verdana"/>
              </a:rPr>
              <a:t>‹#›</a:t>
            </a:fld>
            <a:endParaRPr lang="en-US" sz="900" b="0" i="0" dirty="0" err="1">
              <a:solidFill>
                <a:srgbClr val="E0E0E0"/>
              </a:solidFill>
              <a:latin typeface="+mn-lt"/>
              <a:cs typeface="Verdana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152F7AF-244E-897D-1101-54321DAF8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772" y="1181880"/>
            <a:ext cx="4230591" cy="1309398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defRPr sz="3800" b="1" i="0" spc="-130" baseline="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1FA0630-F5C6-7401-D8E1-EC95BB2B9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772" y="2518410"/>
            <a:ext cx="4230590" cy="3609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 b="0" i="0" spc="0" baseline="0">
                <a:solidFill>
                  <a:srgbClr val="000000"/>
                </a:solidFill>
                <a:latin typeface="+mn-lt"/>
                <a:cs typeface="Verdan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CD76FB51-A1BA-BF6E-5CC2-E90971301149}"/>
              </a:ext>
            </a:extLst>
          </p:cNvPr>
          <p:cNvSpPr txBox="1">
            <a:spLocks/>
          </p:cNvSpPr>
          <p:nvPr userDrawn="1"/>
        </p:nvSpPr>
        <p:spPr>
          <a:xfrm>
            <a:off x="239829" y="4881752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8C8C8C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8C8C8C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79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solidFill>
          <a:schemeClr val="tx1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4918E20-A09F-577A-0074-423254EB1286}"/>
              </a:ext>
            </a:extLst>
          </p:cNvPr>
          <p:cNvSpPr/>
          <p:nvPr userDrawn="1"/>
        </p:nvSpPr>
        <p:spPr>
          <a:xfrm>
            <a:off x="0" y="0"/>
            <a:ext cx="346509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person holding a file&#10;&#10;AI-generated content may be incorrect.">
            <a:extLst>
              <a:ext uri="{FF2B5EF4-FFF2-40B4-BE49-F238E27FC236}">
                <a16:creationId xmlns:a16="http://schemas.microsoft.com/office/drawing/2014/main" id="{E46851F2-4809-FD46-4EBA-A4E55D374B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50"/>
          <a:stretch>
            <a:fillRect/>
          </a:stretch>
        </p:blipFill>
        <p:spPr>
          <a:xfrm>
            <a:off x="41345" y="-9525"/>
            <a:ext cx="9102656" cy="5158298"/>
          </a:xfrm>
          <a:prstGeom prst="rect">
            <a:avLst/>
          </a:prstGeom>
        </p:spPr>
      </p:pic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E9BED8C5-21D0-5E95-3E11-6796136B97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940" y="337265"/>
            <a:ext cx="1741913" cy="640080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21FA0630-F5C6-7401-D8E1-EC95BB2B9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772" y="2518410"/>
            <a:ext cx="3728666" cy="3609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 b="0" i="0" spc="0" baseline="0">
                <a:solidFill>
                  <a:srgbClr val="000000"/>
                </a:solidFill>
                <a:latin typeface="+mn-lt"/>
                <a:cs typeface="Verdan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FF6A4A-BDE1-1684-F436-57DE66904E65}"/>
              </a:ext>
            </a:extLst>
          </p:cNvPr>
          <p:cNvSpPr txBox="1"/>
          <p:nvPr userDrawn="1"/>
        </p:nvSpPr>
        <p:spPr>
          <a:xfrm>
            <a:off x="8610192" y="4820737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E0E0E0"/>
                </a:solidFill>
                <a:latin typeface="+mn-lt"/>
                <a:cs typeface="Verdana"/>
              </a:rPr>
              <a:t>‹#›</a:t>
            </a:fld>
            <a:endParaRPr lang="en-US" sz="900" b="0" i="0" dirty="0" err="1">
              <a:solidFill>
                <a:srgbClr val="E0E0E0"/>
              </a:solidFill>
              <a:latin typeface="+mn-lt"/>
              <a:cs typeface="Verdana"/>
            </a:endParaRPr>
          </a:p>
        </p:txBody>
      </p:sp>
      <p:sp>
        <p:nvSpPr>
          <p:cNvPr id="14" name="Holder 6">
            <a:extLst>
              <a:ext uri="{FF2B5EF4-FFF2-40B4-BE49-F238E27FC236}">
                <a16:creationId xmlns:a16="http://schemas.microsoft.com/office/drawing/2014/main" id="{610FFBE0-9B1E-3207-F8AE-1AF01BBB9117}"/>
              </a:ext>
            </a:extLst>
          </p:cNvPr>
          <p:cNvSpPr txBox="1">
            <a:spLocks/>
          </p:cNvSpPr>
          <p:nvPr userDrawn="1"/>
        </p:nvSpPr>
        <p:spPr>
          <a:xfrm>
            <a:off x="239829" y="4881752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8C8C8C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8C8C8C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FD2ACE-32F3-C88C-BD5C-91CFF4692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772" y="1181880"/>
            <a:ext cx="4063721" cy="1309398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defRPr sz="3800" b="1" i="0" spc="-130" baseline="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355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oom with several machines&#10;&#10;AI-generated content may be incorrect.">
            <a:extLst>
              <a:ext uri="{FF2B5EF4-FFF2-40B4-BE49-F238E27FC236}">
                <a16:creationId xmlns:a16="http://schemas.microsoft.com/office/drawing/2014/main" id="{766ED64F-F3CE-49EB-DDEC-9792EB3F7C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033DAF2A-0481-E845-08DE-F38FF2A6B2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940" y="337265"/>
            <a:ext cx="1741913" cy="6400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B4F296-1234-262B-93C6-63C2FD08D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772" y="1181880"/>
            <a:ext cx="3555988" cy="176966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defRPr sz="3800" b="1" i="0" spc="-130" baseline="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EDEFEDF-7B7F-93EB-89F5-920DE8D23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772" y="2999671"/>
            <a:ext cx="3879807" cy="3609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 b="0" i="0" spc="0" baseline="0">
                <a:solidFill>
                  <a:srgbClr val="000000"/>
                </a:solidFill>
                <a:latin typeface="+mn-lt"/>
                <a:cs typeface="Verdan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0EB2A9-A1F8-9495-1695-34A9CF8EB8C7}"/>
              </a:ext>
            </a:extLst>
          </p:cNvPr>
          <p:cNvSpPr txBox="1"/>
          <p:nvPr userDrawn="1"/>
        </p:nvSpPr>
        <p:spPr>
          <a:xfrm>
            <a:off x="8610192" y="4820737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BDBDBD"/>
                </a:solidFill>
                <a:latin typeface="+mn-lt"/>
                <a:cs typeface="Verdana"/>
              </a:rPr>
              <a:t>‹#›</a:t>
            </a:fld>
            <a:endParaRPr lang="en-US" sz="900" b="0" i="0" dirty="0" err="1">
              <a:solidFill>
                <a:srgbClr val="BDBDBD"/>
              </a:solidFill>
              <a:latin typeface="+mn-lt"/>
              <a:cs typeface="Verdana"/>
            </a:endParaRPr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A81EFB3E-25EB-50D9-8964-E9AC19BFA2B4}"/>
              </a:ext>
            </a:extLst>
          </p:cNvPr>
          <p:cNvSpPr txBox="1">
            <a:spLocks/>
          </p:cNvSpPr>
          <p:nvPr userDrawn="1"/>
        </p:nvSpPr>
        <p:spPr>
          <a:xfrm>
            <a:off x="239829" y="4881752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8C8C8C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8C8C8C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1354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bg>
      <p:bgPr>
        <a:solidFill>
          <a:schemeClr val="tx1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F7B58E-3BA7-320A-474E-18991151D4C0}"/>
              </a:ext>
            </a:extLst>
          </p:cNvPr>
          <p:cNvSpPr/>
          <p:nvPr userDrawn="1"/>
        </p:nvSpPr>
        <p:spPr>
          <a:xfrm>
            <a:off x="0" y="0"/>
            <a:ext cx="346509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-up of a heart&#10;&#10;AI-generated content may be incorrect.">
            <a:extLst>
              <a:ext uri="{FF2B5EF4-FFF2-40B4-BE49-F238E27FC236}">
                <a16:creationId xmlns:a16="http://schemas.microsoft.com/office/drawing/2014/main" id="{3C74A4AC-29F4-071E-16B8-10CDED67B4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551" y="-13449"/>
            <a:ext cx="9114065" cy="5170199"/>
          </a:xfrm>
          <a:prstGeom prst="rect">
            <a:avLst/>
          </a:prstGeom>
        </p:spPr>
      </p:pic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E9BED8C5-21D0-5E95-3E11-6796136B97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940" y="337265"/>
            <a:ext cx="1741913" cy="64008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152F7AF-244E-897D-1101-54321DAF8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772" y="1181880"/>
            <a:ext cx="3803839" cy="1309398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defRPr sz="3800" b="1" i="0" spc="-130" baseline="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1FA0630-F5C6-7401-D8E1-EC95BB2B9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772" y="2518410"/>
            <a:ext cx="3803839" cy="3609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 b="0" i="0" spc="0" baseline="0">
                <a:solidFill>
                  <a:srgbClr val="000000"/>
                </a:solidFill>
                <a:latin typeface="+mn-lt"/>
                <a:cs typeface="Verdan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FF6A4A-BDE1-1684-F436-57DE66904E65}"/>
              </a:ext>
            </a:extLst>
          </p:cNvPr>
          <p:cNvSpPr txBox="1"/>
          <p:nvPr userDrawn="1"/>
        </p:nvSpPr>
        <p:spPr>
          <a:xfrm>
            <a:off x="8610192" y="4820737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E0E0E0"/>
                </a:solidFill>
                <a:latin typeface="+mn-lt"/>
                <a:cs typeface="Verdana"/>
              </a:rPr>
              <a:t>‹#›</a:t>
            </a:fld>
            <a:endParaRPr lang="en-US" sz="900" b="0" i="0" dirty="0" err="1">
              <a:solidFill>
                <a:srgbClr val="E0E0E0"/>
              </a:solidFill>
              <a:latin typeface="+mn-lt"/>
              <a:cs typeface="Verdana"/>
            </a:endParaRPr>
          </a:p>
        </p:txBody>
      </p:sp>
      <p:sp>
        <p:nvSpPr>
          <p:cNvPr id="14" name="Holder 6">
            <a:extLst>
              <a:ext uri="{FF2B5EF4-FFF2-40B4-BE49-F238E27FC236}">
                <a16:creationId xmlns:a16="http://schemas.microsoft.com/office/drawing/2014/main" id="{610FFBE0-9B1E-3207-F8AE-1AF01BBB9117}"/>
              </a:ext>
            </a:extLst>
          </p:cNvPr>
          <p:cNvSpPr txBox="1">
            <a:spLocks/>
          </p:cNvSpPr>
          <p:nvPr userDrawn="1"/>
        </p:nvSpPr>
        <p:spPr>
          <a:xfrm>
            <a:off x="239829" y="4881752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8C8C8C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8C8C8C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028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334CCFB-6E29-C7A7-13AB-CBC050DE8DB7}"/>
              </a:ext>
            </a:extLst>
          </p:cNvPr>
          <p:cNvSpPr/>
          <p:nvPr userDrawn="1"/>
        </p:nvSpPr>
        <p:spPr>
          <a:xfrm>
            <a:off x="0" y="0"/>
            <a:ext cx="346509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people having a discussion&#10;&#10;AI-generated content may be incorrect.">
            <a:extLst>
              <a:ext uri="{FF2B5EF4-FFF2-40B4-BE49-F238E27FC236}">
                <a16:creationId xmlns:a16="http://schemas.microsoft.com/office/drawing/2014/main" id="{774226CE-6A49-3727-B676-8D7ADBE573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69" y="0"/>
            <a:ext cx="9144000" cy="5143500"/>
          </a:xfrm>
          <a:prstGeom prst="rect">
            <a:avLst/>
          </a:prstGeom>
        </p:spPr>
      </p:pic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033DAF2A-0481-E845-08DE-F38FF2A6B2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940" y="337265"/>
            <a:ext cx="1741913" cy="6400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B4F296-1234-262B-93C6-63C2FD08D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772" y="1181880"/>
            <a:ext cx="3879807" cy="1309398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defRPr sz="3800" b="1" i="0" spc="-130" baseline="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EDEFEDF-7B7F-93EB-89F5-920DE8D23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772" y="2518410"/>
            <a:ext cx="3879807" cy="3609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 b="0" i="0" spc="0" baseline="0">
                <a:solidFill>
                  <a:srgbClr val="000000"/>
                </a:solidFill>
                <a:latin typeface="+mn-lt"/>
                <a:cs typeface="Verdan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0EB2A9-A1F8-9495-1695-34A9CF8EB8C7}"/>
              </a:ext>
            </a:extLst>
          </p:cNvPr>
          <p:cNvSpPr txBox="1"/>
          <p:nvPr userDrawn="1"/>
        </p:nvSpPr>
        <p:spPr>
          <a:xfrm>
            <a:off x="8610192" y="4820737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E0E0E0"/>
                </a:solidFill>
                <a:latin typeface="+mn-lt"/>
                <a:cs typeface="Verdana"/>
              </a:rPr>
              <a:t>‹#›</a:t>
            </a:fld>
            <a:endParaRPr lang="en-US" sz="900" b="0" i="0" dirty="0" err="1">
              <a:solidFill>
                <a:srgbClr val="E0E0E0"/>
              </a:solidFill>
              <a:latin typeface="+mn-lt"/>
              <a:cs typeface="Verdana"/>
            </a:endParaRPr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A81EFB3E-25EB-50D9-8964-E9AC19BFA2B4}"/>
              </a:ext>
            </a:extLst>
          </p:cNvPr>
          <p:cNvSpPr txBox="1">
            <a:spLocks/>
          </p:cNvSpPr>
          <p:nvPr userDrawn="1"/>
        </p:nvSpPr>
        <p:spPr>
          <a:xfrm>
            <a:off x="239829" y="4881752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8C8C8C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8C8C8C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5084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23ADC0C3-CFCE-8B25-904B-3B4DC509AC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77002" y="0"/>
            <a:ext cx="9221002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9278" y="1338039"/>
            <a:ext cx="8200954" cy="222888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90000"/>
              </a:lnSpc>
              <a:defRPr sz="4400" b="1" spc="-15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732440" y="4911830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black and grey logo&#10;&#10;AI-generated content may be incorrect.">
            <a:extLst>
              <a:ext uri="{FF2B5EF4-FFF2-40B4-BE49-F238E27FC236}">
                <a16:creationId xmlns:a16="http://schemas.microsoft.com/office/drawing/2014/main" id="{D51ECABB-EF91-98AF-E45F-167AF6AAFE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9" name="Holder 6">
            <a:extLst>
              <a:ext uri="{FF2B5EF4-FFF2-40B4-BE49-F238E27FC236}">
                <a16:creationId xmlns:a16="http://schemas.microsoft.com/office/drawing/2014/main" id="{B75B7A0F-137B-A81F-3412-751B483EF1A2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519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56" userDrawn="1">
          <p15:clr>
            <a:srgbClr val="FBAE40"/>
          </p15:clr>
        </p15:guide>
        <p15:guide id="4" orient="horz" pos="8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blue and white background&#10;&#10;AI-generated content may be incorrect.">
            <a:extLst>
              <a:ext uri="{FF2B5EF4-FFF2-40B4-BE49-F238E27FC236}">
                <a16:creationId xmlns:a16="http://schemas.microsoft.com/office/drawing/2014/main" id="{7B787BA7-C47F-4E9F-92AD-DA6D769574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732440" y="4911830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rgbClr val="BDBDBD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C3C51E2A-0670-B562-06EA-DCF96E0683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7" name="Holder 6">
            <a:extLst>
              <a:ext uri="{FF2B5EF4-FFF2-40B4-BE49-F238E27FC236}">
                <a16:creationId xmlns:a16="http://schemas.microsoft.com/office/drawing/2014/main" id="{3A52073A-13C9-57F9-C93D-179702F1EA36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38983C28-40FA-FE96-B962-28D89E1E9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278" y="1334475"/>
            <a:ext cx="8037324" cy="222888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90000"/>
              </a:lnSpc>
              <a:defRPr sz="4400" b="1" spc="-15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3182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56" userDrawn="1">
          <p15:clr>
            <a:srgbClr val="FBAE40"/>
          </p15:clr>
        </p15:guide>
        <p15:guide id="2" pos="192" userDrawn="1">
          <p15:clr>
            <a:srgbClr val="FBAE40"/>
          </p15:clr>
        </p15:guide>
        <p15:guide id="3" pos="5568" userDrawn="1">
          <p15:clr>
            <a:srgbClr val="FBAE40"/>
          </p15:clr>
        </p15:guide>
        <p15:guide id="4" orient="horz" pos="8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25109EC7-EF8D-57E9-6F48-1DB4CFBC5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732440" y="4911830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C3C51E2A-0670-B562-06EA-DCF96E0683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7" name="Holder 6">
            <a:extLst>
              <a:ext uri="{FF2B5EF4-FFF2-40B4-BE49-F238E27FC236}">
                <a16:creationId xmlns:a16="http://schemas.microsoft.com/office/drawing/2014/main" id="{3A52073A-13C9-57F9-C93D-179702F1EA36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38983C28-40FA-FE96-B962-28D89E1E9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278" y="1334475"/>
            <a:ext cx="7922222" cy="222888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90000"/>
              </a:lnSpc>
              <a:defRPr sz="4400" b="1" spc="-15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2928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56" userDrawn="1">
          <p15:clr>
            <a:srgbClr val="FBAE40"/>
          </p15:clr>
        </p15:guide>
        <p15:guide id="2" pos="192" userDrawn="1">
          <p15:clr>
            <a:srgbClr val="FBAE40"/>
          </p15:clr>
        </p15:guide>
        <p15:guide id="3" pos="5568" userDrawn="1">
          <p15:clr>
            <a:srgbClr val="FBAE40"/>
          </p15:clr>
        </p15:guide>
        <p15:guide id="4" orient="horz" pos="8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AFEE11D2-3D1C-AAF0-6595-F3E27658B5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48127" y="0"/>
            <a:ext cx="9192127" cy="5143500"/>
          </a:xfrm>
          <a:prstGeom prst="rect">
            <a:avLst/>
          </a:prstGeom>
        </p:spPr>
      </p:pic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732440" y="4911830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C3C51E2A-0670-B562-06EA-DCF96E0683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7" name="Holder 6">
            <a:extLst>
              <a:ext uri="{FF2B5EF4-FFF2-40B4-BE49-F238E27FC236}">
                <a16:creationId xmlns:a16="http://schemas.microsoft.com/office/drawing/2014/main" id="{3A52073A-13C9-57F9-C93D-179702F1EA36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38983C28-40FA-FE96-B962-28D89E1E9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278" y="1334475"/>
            <a:ext cx="7922222" cy="222888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90000"/>
              </a:lnSpc>
              <a:defRPr sz="4400" b="1" spc="-15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0230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56" userDrawn="1">
          <p15:clr>
            <a:srgbClr val="FBAE40"/>
          </p15:clr>
        </p15:guide>
        <p15:guide id="2" pos="192" userDrawn="1">
          <p15:clr>
            <a:srgbClr val="FBAE40"/>
          </p15:clr>
        </p15:guide>
        <p15:guide id="3" pos="5568" userDrawn="1">
          <p15:clr>
            <a:srgbClr val="FBAE40"/>
          </p15:clr>
        </p15:guide>
        <p15:guide id="4" orient="horz" pos="8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pink and white logo&#10;&#10;AI-generated content may be incorrect.">
            <a:extLst>
              <a:ext uri="{FF2B5EF4-FFF2-40B4-BE49-F238E27FC236}">
                <a16:creationId xmlns:a16="http://schemas.microsoft.com/office/drawing/2014/main" id="{3B463416-41EF-03C2-30D3-66FE95641D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732440" y="4911830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C3C51E2A-0670-B562-06EA-DCF96E0683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7" name="Holder 6">
            <a:extLst>
              <a:ext uri="{FF2B5EF4-FFF2-40B4-BE49-F238E27FC236}">
                <a16:creationId xmlns:a16="http://schemas.microsoft.com/office/drawing/2014/main" id="{3A52073A-13C9-57F9-C93D-179702F1EA36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38983C28-40FA-FE96-B962-28D89E1E9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278" y="1334475"/>
            <a:ext cx="7922222" cy="222888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90000"/>
              </a:lnSpc>
              <a:defRPr sz="4400" b="1" spc="-15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4172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56" userDrawn="1">
          <p15:clr>
            <a:srgbClr val="FBAE40"/>
          </p15:clr>
        </p15:guide>
        <p15:guide id="2" pos="192" userDrawn="1">
          <p15:clr>
            <a:srgbClr val="FBAE40"/>
          </p15:clr>
        </p15:guide>
        <p15:guide id="3" pos="5568" userDrawn="1">
          <p15:clr>
            <a:srgbClr val="FBAE40"/>
          </p15:clr>
        </p15:guide>
        <p15:guide id="4" orient="horz" pos="8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Smal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34680A6-A4A3-2074-94E9-EB71EFC885C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484763"/>
            <a:ext cx="7106194" cy="3090862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buFont typeface="Arial" panose="020B0604020202020204" pitchFamily="34" charset="0"/>
              <a:buNone/>
              <a:defRPr sz="1200"/>
            </a:lvl1pPr>
            <a:lvl2pPr>
              <a:spcAft>
                <a:spcPts val="600"/>
              </a:spcAft>
              <a:buFont typeface="Arial" panose="020B0604020202020204" pitchFamily="34" charset="0"/>
              <a:buNone/>
              <a:defRPr sz="1200"/>
            </a:lvl2pPr>
            <a:lvl3pPr>
              <a:spcAft>
                <a:spcPts val="600"/>
              </a:spcAft>
              <a:buFont typeface="Arial" panose="020B0604020202020204" pitchFamily="34" charset="0"/>
              <a:buNone/>
              <a:defRPr sz="1200"/>
            </a:lvl3pPr>
            <a:lvl4pPr>
              <a:spcAft>
                <a:spcPts val="600"/>
              </a:spcAft>
              <a:buFont typeface="Arial" panose="020B0604020202020204" pitchFamily="34" charset="0"/>
              <a:buNone/>
              <a:defRPr sz="1200"/>
            </a:lvl4pPr>
            <a:lvl5pPr>
              <a:spcAft>
                <a:spcPts val="600"/>
              </a:spcAft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icture 11" descr="A close-up of a colorful rectangular object&#10;&#10;AI-generated content may be incorrect.">
            <a:extLst>
              <a:ext uri="{FF2B5EF4-FFF2-40B4-BE49-F238E27FC236}">
                <a16:creationId xmlns:a16="http://schemas.microsoft.com/office/drawing/2014/main" id="{1E3EFDAB-AEB2-5675-6863-EFDB8E804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3537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800" y="226423"/>
            <a:ext cx="7106194" cy="97536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F0C994C4-11E3-AE34-6C93-40EF7CCEF6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5" name="Holder 6">
            <a:extLst>
              <a:ext uri="{FF2B5EF4-FFF2-40B4-BE49-F238E27FC236}">
                <a16:creationId xmlns:a16="http://schemas.microsoft.com/office/drawing/2014/main" id="{D7EC9ED5-53FF-212D-8E35-40D47DECE026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273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Smal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-up of a sign&#10;&#10;AI-generated content may be incorrect.">
            <a:extLst>
              <a:ext uri="{FF2B5EF4-FFF2-40B4-BE49-F238E27FC236}">
                <a16:creationId xmlns:a16="http://schemas.microsoft.com/office/drawing/2014/main" id="{7AA4ACA7-622E-B1C9-843D-13DC555812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49098"/>
            <a:ext cx="8934994" cy="1281819"/>
          </a:xfrm>
          <a:prstGeom prst="rect">
            <a:avLst/>
          </a:prstGeom>
        </p:spPr>
      </p:pic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2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5D757F8A-CA83-ED46-CA55-AB1BBFACEA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2" name="Holder 6">
            <a:extLst>
              <a:ext uri="{FF2B5EF4-FFF2-40B4-BE49-F238E27FC236}">
                <a16:creationId xmlns:a16="http://schemas.microsoft.com/office/drawing/2014/main" id="{4693119C-52BE-497B-59DE-955E6049CADC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4C2C531A-B805-2AE7-8047-31A107A2236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484763"/>
            <a:ext cx="7106194" cy="3090862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/>
            </a:lvl1pPr>
            <a:lvl2pPr>
              <a:spcAft>
                <a:spcPts val="600"/>
              </a:spcAft>
              <a:defRPr sz="1200"/>
            </a:lvl2pPr>
            <a:lvl3pPr>
              <a:spcAft>
                <a:spcPts val="600"/>
              </a:spcAft>
              <a:defRPr sz="1200"/>
            </a:lvl3pPr>
            <a:lvl4pPr>
              <a:spcAft>
                <a:spcPts val="600"/>
              </a:spcAft>
              <a:defRPr sz="1200"/>
            </a:lvl4pPr>
            <a:lvl5pPr>
              <a:spcAft>
                <a:spcPts val="600"/>
              </a:spcAft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EF75BEAB-CC7D-2AFA-FCC3-E877F38F4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6423"/>
            <a:ext cx="6914606" cy="97536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663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Smal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oup of arrows with different colors&#10;&#10;AI-generated content may be incorrect.">
            <a:extLst>
              <a:ext uri="{FF2B5EF4-FFF2-40B4-BE49-F238E27FC236}">
                <a16:creationId xmlns:a16="http://schemas.microsoft.com/office/drawing/2014/main" id="{6AC13CA2-F655-8CD1-E839-9F0F605D15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" y="57187"/>
            <a:ext cx="9030790" cy="1243054"/>
          </a:xfrm>
          <a:prstGeom prst="rect">
            <a:avLst/>
          </a:prstGeom>
        </p:spPr>
      </p:pic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2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5D757F8A-CA83-ED46-CA55-AB1BBFACEA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2" name="Holder 6">
            <a:extLst>
              <a:ext uri="{FF2B5EF4-FFF2-40B4-BE49-F238E27FC236}">
                <a16:creationId xmlns:a16="http://schemas.microsoft.com/office/drawing/2014/main" id="{4693119C-52BE-497B-59DE-955E6049CADC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B779915-51E3-A77C-8A57-12F8D7458C4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484763"/>
            <a:ext cx="7106194" cy="3090862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/>
            </a:lvl1pPr>
            <a:lvl2pPr>
              <a:spcAft>
                <a:spcPts val="600"/>
              </a:spcAft>
              <a:defRPr sz="1200"/>
            </a:lvl2pPr>
            <a:lvl3pPr>
              <a:spcAft>
                <a:spcPts val="600"/>
              </a:spcAft>
              <a:defRPr sz="1200"/>
            </a:lvl3pPr>
            <a:lvl4pPr>
              <a:spcAft>
                <a:spcPts val="600"/>
              </a:spcAft>
              <a:defRPr sz="1200"/>
            </a:lvl4pPr>
            <a:lvl5pPr>
              <a:spcAft>
                <a:spcPts val="600"/>
              </a:spcAft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Holder 2">
            <a:extLst>
              <a:ext uri="{FF2B5EF4-FFF2-40B4-BE49-F238E27FC236}">
                <a16:creationId xmlns:a16="http://schemas.microsoft.com/office/drawing/2014/main" id="{35BA6898-57EF-3CB6-09F8-CEDCE1D56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6423"/>
            <a:ext cx="6914606" cy="97536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9174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Smal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arrows with different colors&#10;&#10;AI-generated content may be incorrect.">
            <a:extLst>
              <a:ext uri="{FF2B5EF4-FFF2-40B4-BE49-F238E27FC236}">
                <a16:creationId xmlns:a16="http://schemas.microsoft.com/office/drawing/2014/main" id="{A871728C-D196-CF23-E242-4567EABBFD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78715"/>
            <a:ext cx="8833104" cy="1316533"/>
          </a:xfrm>
          <a:prstGeom prst="rect">
            <a:avLst/>
          </a:prstGeom>
        </p:spPr>
      </p:pic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2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5D757F8A-CA83-ED46-CA55-AB1BBFACEA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2" name="Holder 6">
            <a:extLst>
              <a:ext uri="{FF2B5EF4-FFF2-40B4-BE49-F238E27FC236}">
                <a16:creationId xmlns:a16="http://schemas.microsoft.com/office/drawing/2014/main" id="{4693119C-52BE-497B-59DE-955E6049CADC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891DC92-88AA-B2F1-E42A-F3313C5E8CB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484763"/>
            <a:ext cx="7106194" cy="3090862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/>
            </a:lvl1pPr>
            <a:lvl2pPr>
              <a:spcAft>
                <a:spcPts val="600"/>
              </a:spcAft>
              <a:defRPr sz="1200"/>
            </a:lvl2pPr>
            <a:lvl3pPr>
              <a:spcAft>
                <a:spcPts val="600"/>
              </a:spcAft>
              <a:defRPr sz="1200"/>
            </a:lvl3pPr>
            <a:lvl4pPr>
              <a:spcAft>
                <a:spcPts val="600"/>
              </a:spcAft>
              <a:defRPr sz="1200"/>
            </a:lvl4pPr>
            <a:lvl5pPr>
              <a:spcAft>
                <a:spcPts val="600"/>
              </a:spcAft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Holder 2">
            <a:extLst>
              <a:ext uri="{FF2B5EF4-FFF2-40B4-BE49-F238E27FC236}">
                <a16:creationId xmlns:a16="http://schemas.microsoft.com/office/drawing/2014/main" id="{A4BFB0A8-3910-FA2B-0AD5-2F67AF2A2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6423"/>
            <a:ext cx="6914606" cy="97536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68570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Small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arrows with different colors&#10;&#10;AI-generated content may be incorrect.">
            <a:extLst>
              <a:ext uri="{FF2B5EF4-FFF2-40B4-BE49-F238E27FC236}">
                <a16:creationId xmlns:a16="http://schemas.microsoft.com/office/drawing/2014/main" id="{FE7454D0-9851-2988-5D47-EFC5DF7A4F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79212"/>
            <a:ext cx="8778398" cy="1257219"/>
          </a:xfrm>
          <a:prstGeom prst="rect">
            <a:avLst/>
          </a:prstGeom>
        </p:spPr>
      </p:pic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2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5D757F8A-CA83-ED46-CA55-AB1BBFACEA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2" name="Holder 6">
            <a:extLst>
              <a:ext uri="{FF2B5EF4-FFF2-40B4-BE49-F238E27FC236}">
                <a16:creationId xmlns:a16="http://schemas.microsoft.com/office/drawing/2014/main" id="{4693119C-52BE-497B-59DE-955E6049CADC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897BD3BE-5370-A9A1-DB0B-3872FF77290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484763"/>
            <a:ext cx="7106194" cy="3090862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/>
            </a:lvl1pPr>
            <a:lvl2pPr>
              <a:spcAft>
                <a:spcPts val="600"/>
              </a:spcAft>
              <a:defRPr sz="1200"/>
            </a:lvl2pPr>
            <a:lvl3pPr>
              <a:spcAft>
                <a:spcPts val="600"/>
              </a:spcAft>
              <a:defRPr sz="1200"/>
            </a:lvl3pPr>
            <a:lvl4pPr>
              <a:spcAft>
                <a:spcPts val="600"/>
              </a:spcAft>
              <a:defRPr sz="1200"/>
            </a:lvl4pPr>
            <a:lvl5pPr>
              <a:spcAft>
                <a:spcPts val="600"/>
              </a:spcAft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Holder 2">
            <a:extLst>
              <a:ext uri="{FF2B5EF4-FFF2-40B4-BE49-F238E27FC236}">
                <a16:creationId xmlns:a16="http://schemas.microsoft.com/office/drawing/2014/main" id="{D2BE53B1-940B-39DC-EE91-8BC6D2C09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26423"/>
            <a:ext cx="7010401" cy="97536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6380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in a suit holding a phone&#10;&#10;AI-generated content may be incorrect.">
            <a:extLst>
              <a:ext uri="{FF2B5EF4-FFF2-40B4-BE49-F238E27FC236}">
                <a16:creationId xmlns:a16="http://schemas.microsoft.com/office/drawing/2014/main" id="{1439F4B1-179B-D20B-BAC8-B699D0EBF9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800" y="369518"/>
            <a:ext cx="4542773" cy="65135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E270AA3-DF0D-EFE3-A929-BFCB17B751D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139686"/>
            <a:ext cx="4543425" cy="3527991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1pPr>
            <a:lvl2pPr marL="379385" indent="-1714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2pPr>
            <a:lvl3pPr marL="587319" indent="-1714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3pPr>
            <a:lvl4pPr marL="795254" indent="-1714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4pPr>
            <a:lvl5pPr marL="1003188" indent="-1714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71DADFBA-E795-142B-E71E-0AA5BC0E6BC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7" name="Holder 6">
            <a:extLst>
              <a:ext uri="{FF2B5EF4-FFF2-40B4-BE49-F238E27FC236}">
                <a16:creationId xmlns:a16="http://schemas.microsoft.com/office/drawing/2014/main" id="{03470C18-B56B-788F-3095-F11B8FF071DD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50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building&#10;&#10;AI-generated content may be incorrect.">
            <a:extLst>
              <a:ext uri="{FF2B5EF4-FFF2-40B4-BE49-F238E27FC236}">
                <a16:creationId xmlns:a16="http://schemas.microsoft.com/office/drawing/2014/main" id="{80CEEDD7-E2AA-DF3C-3D82-692E1EA80B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rgbClr val="BDBDBD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6B0DB0BA-7829-857D-2CCA-3260573422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5" name="Holder 6">
            <a:extLst>
              <a:ext uri="{FF2B5EF4-FFF2-40B4-BE49-F238E27FC236}">
                <a16:creationId xmlns:a16="http://schemas.microsoft.com/office/drawing/2014/main" id="{D878BCF1-BC47-298D-FD89-1B8AF4511901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Holder 2">
            <a:extLst>
              <a:ext uri="{FF2B5EF4-FFF2-40B4-BE49-F238E27FC236}">
                <a16:creationId xmlns:a16="http://schemas.microsoft.com/office/drawing/2014/main" id="{4A2BBFAF-CF8C-B227-5ED0-F34A6A473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9518"/>
            <a:ext cx="4542773" cy="65135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44EF710D-45F7-9857-2A08-41CDC8E4BE3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139686"/>
            <a:ext cx="4543425" cy="3527991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1pPr>
            <a:lvl2pPr marL="379385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2pPr>
            <a:lvl3pPr marL="587319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3pPr>
            <a:lvl4pPr marL="795254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4pPr>
            <a:lvl5pPr marL="1003188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435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and person using a computer&#10;&#10;AI-generated content may be incorrect.">
            <a:extLst>
              <a:ext uri="{FF2B5EF4-FFF2-40B4-BE49-F238E27FC236}">
                <a16:creationId xmlns:a16="http://schemas.microsoft.com/office/drawing/2014/main" id="{1AE24CC6-8EFB-0665-914D-F8C15FF056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990DB900-FD54-8560-2FFB-5601B0B81C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7" name="Holder 6">
            <a:extLst>
              <a:ext uri="{FF2B5EF4-FFF2-40B4-BE49-F238E27FC236}">
                <a16:creationId xmlns:a16="http://schemas.microsoft.com/office/drawing/2014/main" id="{5E43D45D-0AB2-675C-50B6-7F08B3616C60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0" name="Holder 2">
            <a:extLst>
              <a:ext uri="{FF2B5EF4-FFF2-40B4-BE49-F238E27FC236}">
                <a16:creationId xmlns:a16="http://schemas.microsoft.com/office/drawing/2014/main" id="{D57A417F-D9A4-B430-6980-38753B0C6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9518"/>
            <a:ext cx="4542773" cy="65135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CC30FF1-1B8A-02E1-13A1-9A4DAE6D155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139686"/>
            <a:ext cx="4543425" cy="3527991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1pPr>
            <a:lvl2pPr marL="379385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2pPr>
            <a:lvl3pPr marL="587319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3pPr>
            <a:lvl4pPr marL="795254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4pPr>
            <a:lvl5pPr marL="1003188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496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colorful background&#10;&#10;AI-generated content may be incorrect.">
            <a:extLst>
              <a:ext uri="{FF2B5EF4-FFF2-40B4-BE49-F238E27FC236}">
                <a16:creationId xmlns:a16="http://schemas.microsoft.com/office/drawing/2014/main" id="{2B9A655E-01D1-0602-25B5-F9ABAD9CED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990DB900-FD54-8560-2FFB-5601B0B81C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7" name="Holder 6">
            <a:extLst>
              <a:ext uri="{FF2B5EF4-FFF2-40B4-BE49-F238E27FC236}">
                <a16:creationId xmlns:a16="http://schemas.microsoft.com/office/drawing/2014/main" id="{5E43D45D-0AB2-675C-50B6-7F08B3616C60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0" name="Holder 2">
            <a:extLst>
              <a:ext uri="{FF2B5EF4-FFF2-40B4-BE49-F238E27FC236}">
                <a16:creationId xmlns:a16="http://schemas.microsoft.com/office/drawing/2014/main" id="{D57A417F-D9A4-B430-6980-38753B0C6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9518"/>
            <a:ext cx="4542773" cy="65135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CC30FF1-1B8A-02E1-13A1-9A4DAE6D155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139686"/>
            <a:ext cx="4543425" cy="3527991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1pPr>
            <a:lvl2pPr marL="379385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2pPr>
            <a:lvl3pPr marL="587319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3pPr>
            <a:lvl4pPr marL="795254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4pPr>
            <a:lvl5pPr marL="1003188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439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standing together&#10;&#10;AI-generated content may be incorrect.">
            <a:extLst>
              <a:ext uri="{FF2B5EF4-FFF2-40B4-BE49-F238E27FC236}">
                <a16:creationId xmlns:a16="http://schemas.microsoft.com/office/drawing/2014/main" id="{6BBAC5B4-30C2-0F4E-47B2-C07E449A4C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78059" y="0"/>
            <a:ext cx="9222059" cy="5143500"/>
          </a:xfrm>
          <a:prstGeom prst="rect">
            <a:avLst/>
          </a:prstGeom>
        </p:spPr>
      </p:pic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990DB900-FD54-8560-2FFB-5601B0B81C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7" name="Holder 6">
            <a:extLst>
              <a:ext uri="{FF2B5EF4-FFF2-40B4-BE49-F238E27FC236}">
                <a16:creationId xmlns:a16="http://schemas.microsoft.com/office/drawing/2014/main" id="{5E43D45D-0AB2-675C-50B6-7F08B3616C60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0" name="Holder 2">
            <a:extLst>
              <a:ext uri="{FF2B5EF4-FFF2-40B4-BE49-F238E27FC236}">
                <a16:creationId xmlns:a16="http://schemas.microsoft.com/office/drawing/2014/main" id="{D57A417F-D9A4-B430-6980-38753B0C6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9518"/>
            <a:ext cx="4542773" cy="65135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CC30FF1-1B8A-02E1-13A1-9A4DAE6D155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139686"/>
            <a:ext cx="4543425" cy="3527991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1pPr>
            <a:lvl2pPr marL="379385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2pPr>
            <a:lvl3pPr marL="587319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3pPr>
            <a:lvl4pPr marL="795254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4pPr>
            <a:lvl5pPr marL="1003188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684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pink spots&#10;&#10;AI-generated content may be incorrect.">
            <a:extLst>
              <a:ext uri="{FF2B5EF4-FFF2-40B4-BE49-F238E27FC236}">
                <a16:creationId xmlns:a16="http://schemas.microsoft.com/office/drawing/2014/main" id="{4FBB883D-2A4C-9154-1EF6-345BF82858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8900" y="0"/>
            <a:ext cx="3975100" cy="3527991"/>
          </a:xfrm>
          <a:prstGeom prst="rect">
            <a:avLst/>
          </a:prstGeom>
        </p:spPr>
      </p:pic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1C723F17-201A-79E8-D3AE-1886428CA1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10" name="Holder 2">
            <a:extLst>
              <a:ext uri="{FF2B5EF4-FFF2-40B4-BE49-F238E27FC236}">
                <a16:creationId xmlns:a16="http://schemas.microsoft.com/office/drawing/2014/main" id="{0113C8FD-4E9B-8BDA-4110-C3A9B26CD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9518"/>
            <a:ext cx="8503920" cy="65135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BCB9191-8441-7969-6BAA-2EF0BBB8A42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139686"/>
            <a:ext cx="8503920" cy="3527991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1pPr>
            <a:lvl2pPr marL="379385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2pPr>
            <a:lvl3pPr marL="587319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3pPr>
            <a:lvl4pPr marL="795254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4pPr>
            <a:lvl5pPr marL="1003188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97498B6-84F0-22B7-58EF-D66D9CCFE0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1752" y="242118"/>
            <a:ext cx="3119979" cy="12311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lnSpc>
                <a:spcPct val="100000"/>
              </a:lnSpc>
              <a:defRPr sz="800" b="1" cap="all" spc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EYEBROW</a:t>
            </a:r>
          </a:p>
        </p:txBody>
      </p:sp>
      <p:sp>
        <p:nvSpPr>
          <p:cNvPr id="2" name="Holder 6">
            <a:extLst>
              <a:ext uri="{FF2B5EF4-FFF2-40B4-BE49-F238E27FC236}">
                <a16:creationId xmlns:a16="http://schemas.microsoft.com/office/drawing/2014/main" id="{74B6CD8D-FC4F-199B-700C-ECAD82A6E0E7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461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background with pink spots&#10;&#10;AI-generated content may be incorrect.">
            <a:extLst>
              <a:ext uri="{FF2B5EF4-FFF2-40B4-BE49-F238E27FC236}">
                <a16:creationId xmlns:a16="http://schemas.microsoft.com/office/drawing/2014/main" id="{19F4BA4B-38B7-1F91-8AB2-39317123B9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8900" y="0"/>
            <a:ext cx="3975100" cy="3527991"/>
          </a:xfrm>
          <a:prstGeom prst="rect">
            <a:avLst/>
          </a:prstGeom>
        </p:spPr>
      </p:pic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2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A91CAB1A-58F0-C69D-8F36-80818FD63B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7" name="Holder 2">
            <a:extLst>
              <a:ext uri="{FF2B5EF4-FFF2-40B4-BE49-F238E27FC236}">
                <a16:creationId xmlns:a16="http://schemas.microsoft.com/office/drawing/2014/main" id="{52F0BCBE-D436-B644-5799-26BD4222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9518"/>
            <a:ext cx="8503920" cy="65135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EC3E39A8-16DB-6B43-436B-EF5CB2678C2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139686"/>
            <a:ext cx="4114800" cy="3527991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1pPr>
            <a:lvl2pPr marL="379385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2pPr>
            <a:lvl3pPr marL="587319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3pPr>
            <a:lvl4pPr marL="795254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4pPr>
            <a:lvl5pPr marL="1003188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EFC0A5C6-5186-94FB-22BD-DEFF8D95B1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2584" y="1139686"/>
            <a:ext cx="4114800" cy="3527991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1pPr>
            <a:lvl2pPr marL="379385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2pPr>
            <a:lvl3pPr marL="587319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3pPr>
            <a:lvl4pPr marL="795254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4pPr>
            <a:lvl5pPr marL="1003188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Holder 6">
            <a:extLst>
              <a:ext uri="{FF2B5EF4-FFF2-40B4-BE49-F238E27FC236}">
                <a16:creationId xmlns:a16="http://schemas.microsoft.com/office/drawing/2014/main" id="{ED0C64E9-B87D-E170-7894-34249D5E83BD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B243D-CD83-6232-92F7-A411B32DB1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1752" y="242118"/>
            <a:ext cx="3119979" cy="12311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lnSpc>
                <a:spcPct val="100000"/>
              </a:lnSpc>
              <a:defRPr sz="800" b="1" cap="all" spc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EYEBROW</a:t>
            </a:r>
          </a:p>
        </p:txBody>
      </p:sp>
    </p:spTree>
    <p:extLst>
      <p:ext uri="{BB962C8B-B14F-4D97-AF65-F5344CB8AC3E}">
        <p14:creationId xmlns:p14="http://schemas.microsoft.com/office/powerpoint/2010/main" val="2251211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pos="5568">
          <p15:clr>
            <a:srgbClr val="FBAE40"/>
          </p15:clr>
        </p15:guide>
        <p15:guide id="3" orient="horz" pos="3156">
          <p15:clr>
            <a:srgbClr val="FBAE40"/>
          </p15:clr>
        </p15:guide>
        <p15:guide id="4" orient="horz" pos="204">
          <p15:clr>
            <a:srgbClr val="FBAE40"/>
          </p15:clr>
        </p15:guide>
        <p15:guide id="6" pos="2880">
          <p15:clr>
            <a:srgbClr val="FBAE40"/>
          </p15:clr>
        </p15:guide>
        <p15:guide id="9" orient="horz" pos="16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white background with pink spots&#10;&#10;AI-generated content may be incorrect.">
            <a:extLst>
              <a:ext uri="{FF2B5EF4-FFF2-40B4-BE49-F238E27FC236}">
                <a16:creationId xmlns:a16="http://schemas.microsoft.com/office/drawing/2014/main" id="{6DE86D3C-4A56-10CD-A079-05DD9BFE53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8900" y="0"/>
            <a:ext cx="3975100" cy="3527991"/>
          </a:xfrm>
          <a:prstGeom prst="rect">
            <a:avLst/>
          </a:prstGeom>
        </p:spPr>
      </p:pic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2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A91CAB1A-58F0-C69D-8F36-80818FD63B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7" name="Holder 2">
            <a:extLst>
              <a:ext uri="{FF2B5EF4-FFF2-40B4-BE49-F238E27FC236}">
                <a16:creationId xmlns:a16="http://schemas.microsoft.com/office/drawing/2014/main" id="{52F0BCBE-D436-B644-5799-26BD4222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9518"/>
            <a:ext cx="8503920" cy="65135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EC3E39A8-16DB-6B43-436B-EF5CB2678C2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139686"/>
            <a:ext cx="2743200" cy="3527991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1pPr>
            <a:lvl2pPr marL="379385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2pPr>
            <a:lvl3pPr marL="587319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3pPr>
            <a:lvl4pPr marL="795254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4pPr>
            <a:lvl5pPr marL="1003188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3C4440A-6B6F-6D58-8BCE-78F0D051D9C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85160" y="1139686"/>
            <a:ext cx="2743200" cy="3527991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1pPr>
            <a:lvl2pPr marL="379385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2pPr>
            <a:lvl3pPr marL="587319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3pPr>
            <a:lvl4pPr marL="795254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4pPr>
            <a:lvl5pPr marL="1003188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CDD22640-588A-017A-D8EF-24FAE92669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65520" y="1139685"/>
            <a:ext cx="2743200" cy="3527991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1pPr>
            <a:lvl2pPr marL="379385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2pPr>
            <a:lvl3pPr marL="587319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3pPr>
            <a:lvl4pPr marL="795254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4pPr>
            <a:lvl5pPr marL="1003188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Holder 6">
            <a:extLst>
              <a:ext uri="{FF2B5EF4-FFF2-40B4-BE49-F238E27FC236}">
                <a16:creationId xmlns:a16="http://schemas.microsoft.com/office/drawing/2014/main" id="{7F5E74FD-FEDA-6053-D50E-B3E1E5C23810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17820E3-95AA-BE27-BDD8-BDEBD179F3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1752" y="242118"/>
            <a:ext cx="3119979" cy="12311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lnSpc>
                <a:spcPct val="100000"/>
              </a:lnSpc>
              <a:defRPr sz="800" b="1" cap="all" spc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EYEBROW</a:t>
            </a:r>
          </a:p>
        </p:txBody>
      </p:sp>
    </p:spTree>
    <p:extLst>
      <p:ext uri="{BB962C8B-B14F-4D97-AF65-F5344CB8AC3E}">
        <p14:creationId xmlns:p14="http://schemas.microsoft.com/office/powerpoint/2010/main" val="591474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pos="5568">
          <p15:clr>
            <a:srgbClr val="FBAE40"/>
          </p15:clr>
        </p15:guide>
        <p15:guide id="3" orient="horz" pos="3156">
          <p15:clr>
            <a:srgbClr val="FBAE40"/>
          </p15:clr>
        </p15:guide>
        <p15:guide id="4" orient="horz" pos="204">
          <p15:clr>
            <a:srgbClr val="FBAE40"/>
          </p15:clr>
        </p15:guide>
        <p15:guide id="6" pos="2880">
          <p15:clr>
            <a:srgbClr val="FBAE40"/>
          </p15:clr>
        </p15:guide>
        <p15:guide id="9" orient="horz" pos="16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pink spots&#10;&#10;AI-generated content may be incorrect.">
            <a:extLst>
              <a:ext uri="{FF2B5EF4-FFF2-40B4-BE49-F238E27FC236}">
                <a16:creationId xmlns:a16="http://schemas.microsoft.com/office/drawing/2014/main" id="{52A6D5CE-63CA-7A9D-ED7A-425EB97C80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8900" y="0"/>
            <a:ext cx="3975100" cy="3527991"/>
          </a:xfrm>
          <a:prstGeom prst="rect">
            <a:avLst/>
          </a:prstGeom>
        </p:spPr>
      </p:pic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2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A91CAB1A-58F0-C69D-8F36-80818FD63B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7" name="Holder 2">
            <a:extLst>
              <a:ext uri="{FF2B5EF4-FFF2-40B4-BE49-F238E27FC236}">
                <a16:creationId xmlns:a16="http://schemas.microsoft.com/office/drawing/2014/main" id="{52F0BCBE-D436-B644-5799-26BD4222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9518"/>
            <a:ext cx="8503920" cy="65135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EC3E39A8-16DB-6B43-436B-EF5CB2678C2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139686"/>
            <a:ext cx="4114800" cy="1737360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1pPr>
            <a:lvl2pPr marL="379385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2pPr>
            <a:lvl3pPr marL="587319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3pPr>
            <a:lvl4pPr marL="795254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4pPr>
            <a:lvl5pPr marL="1003188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EFC0A5C6-5186-94FB-22BD-DEFF8D95B1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2584" y="1139686"/>
            <a:ext cx="4114800" cy="1737360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1pPr>
            <a:lvl2pPr marL="379385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2pPr>
            <a:lvl3pPr marL="587319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3pPr>
            <a:lvl4pPr marL="795254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4pPr>
            <a:lvl5pPr marL="1003188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BAB1220-00D6-608D-4FCA-0212F808323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995861"/>
            <a:ext cx="4114800" cy="1737360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1pPr>
            <a:lvl2pPr marL="379385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2pPr>
            <a:lvl3pPr marL="587319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3pPr>
            <a:lvl4pPr marL="795254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4pPr>
            <a:lvl5pPr marL="1003188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F8D087-51A0-828A-C304-0ED5A471D21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69536" y="2995861"/>
            <a:ext cx="4114800" cy="1737360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1pPr>
            <a:lvl2pPr marL="379385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2pPr>
            <a:lvl3pPr marL="587319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3pPr>
            <a:lvl4pPr marL="795254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4pPr>
            <a:lvl5pPr marL="1003188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Holder 6">
            <a:extLst>
              <a:ext uri="{FF2B5EF4-FFF2-40B4-BE49-F238E27FC236}">
                <a16:creationId xmlns:a16="http://schemas.microsoft.com/office/drawing/2014/main" id="{031FD20C-D9B6-CC88-0AD3-A3E79E906CB3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4ED2A2C-44D8-F345-F3DA-D8C282FB42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1752" y="242118"/>
            <a:ext cx="3119979" cy="12311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lnSpc>
                <a:spcPct val="100000"/>
              </a:lnSpc>
              <a:defRPr sz="800" b="1" cap="all" spc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EYEBROW</a:t>
            </a:r>
          </a:p>
        </p:txBody>
      </p:sp>
    </p:spTree>
    <p:extLst>
      <p:ext uri="{BB962C8B-B14F-4D97-AF65-F5344CB8AC3E}">
        <p14:creationId xmlns:p14="http://schemas.microsoft.com/office/powerpoint/2010/main" val="3950555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pos="5568">
          <p15:clr>
            <a:srgbClr val="FBAE40"/>
          </p15:clr>
        </p15:guide>
        <p15:guide id="3" orient="horz" pos="3156">
          <p15:clr>
            <a:srgbClr val="FBAE40"/>
          </p15:clr>
        </p15:guide>
        <p15:guide id="4" orient="horz" pos="204">
          <p15:clr>
            <a:srgbClr val="FBAE40"/>
          </p15:clr>
        </p15:guide>
        <p15:guide id="6" pos="2880">
          <p15:clr>
            <a:srgbClr val="FBAE40"/>
          </p15:clr>
        </p15:guide>
        <p15:guide id="9" orient="horz" pos="16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pink spots&#10;&#10;AI-generated content may be incorrect.">
            <a:extLst>
              <a:ext uri="{FF2B5EF4-FFF2-40B4-BE49-F238E27FC236}">
                <a16:creationId xmlns:a16="http://schemas.microsoft.com/office/drawing/2014/main" id="{1EEBD983-9F05-CA82-6604-32474E2281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8900" y="0"/>
            <a:ext cx="3975100" cy="3527991"/>
          </a:xfrm>
          <a:prstGeom prst="rect">
            <a:avLst/>
          </a:prstGeom>
        </p:spPr>
      </p:pic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1C723F17-201A-79E8-D3AE-1886428CA1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10" name="Holder 2">
            <a:extLst>
              <a:ext uri="{FF2B5EF4-FFF2-40B4-BE49-F238E27FC236}">
                <a16:creationId xmlns:a16="http://schemas.microsoft.com/office/drawing/2014/main" id="{0113C8FD-4E9B-8BDA-4110-C3A9B26CD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9518"/>
            <a:ext cx="8503920" cy="65135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A32095CA-3B1D-A0C3-20C3-92C4441E659A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EA3AE7-64F3-8550-0798-A022384748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1752" y="242118"/>
            <a:ext cx="3119979" cy="12311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lnSpc>
                <a:spcPct val="100000"/>
              </a:lnSpc>
              <a:defRPr sz="800" b="1" cap="all" spc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EYEBROW</a:t>
            </a:r>
          </a:p>
        </p:txBody>
      </p:sp>
    </p:spTree>
    <p:extLst>
      <p:ext uri="{BB962C8B-B14F-4D97-AF65-F5344CB8AC3E}">
        <p14:creationId xmlns:p14="http://schemas.microsoft.com/office/powerpoint/2010/main" val="374207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1C723F17-201A-79E8-D3AE-1886428CA1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10" name="Holder 2">
            <a:extLst>
              <a:ext uri="{FF2B5EF4-FFF2-40B4-BE49-F238E27FC236}">
                <a16:creationId xmlns:a16="http://schemas.microsoft.com/office/drawing/2014/main" id="{0113C8FD-4E9B-8BDA-4110-C3A9B26CD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9518"/>
            <a:ext cx="8503920" cy="65135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" name="Holder 6">
            <a:extLst>
              <a:ext uri="{FF2B5EF4-FFF2-40B4-BE49-F238E27FC236}">
                <a16:creationId xmlns:a16="http://schemas.microsoft.com/office/drawing/2014/main" id="{CFF0695C-C58B-6C17-B934-DDB0BBF1C6E1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F10D05F-3563-0247-5FF5-D7C305B17D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1752" y="242118"/>
            <a:ext cx="3119979" cy="12311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lnSpc>
                <a:spcPct val="100000"/>
              </a:lnSpc>
              <a:defRPr sz="800" b="1" cap="all" spc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EYEBROW</a:t>
            </a:r>
          </a:p>
        </p:txBody>
      </p:sp>
    </p:spTree>
    <p:extLst>
      <p:ext uri="{BB962C8B-B14F-4D97-AF65-F5344CB8AC3E}">
        <p14:creationId xmlns:p14="http://schemas.microsoft.com/office/powerpoint/2010/main" val="3025312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Up_Content_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E73C704-9D7D-915C-9BA2-48D0590B218A}"/>
              </a:ext>
            </a:extLst>
          </p:cNvPr>
          <p:cNvSpPr>
            <a:spLocks/>
          </p:cNvSpPr>
          <p:nvPr userDrawn="1"/>
        </p:nvSpPr>
        <p:spPr>
          <a:xfrm>
            <a:off x="5555511" y="326570"/>
            <a:ext cx="3273552" cy="1408176"/>
          </a:xfrm>
          <a:prstGeom prst="roundRect">
            <a:avLst>
              <a:gd name="adj" fmla="val 1139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58A550A-0C59-C764-9E9F-B4F94A4378B7}"/>
              </a:ext>
            </a:extLst>
          </p:cNvPr>
          <p:cNvSpPr/>
          <p:nvPr userDrawn="1"/>
        </p:nvSpPr>
        <p:spPr>
          <a:xfrm>
            <a:off x="5557520" y="1813777"/>
            <a:ext cx="3273552" cy="1408176"/>
          </a:xfrm>
          <a:prstGeom prst="roundRect">
            <a:avLst>
              <a:gd name="adj" fmla="val 1139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F70A07B-122F-E67C-233C-90C742007652}"/>
              </a:ext>
            </a:extLst>
          </p:cNvPr>
          <p:cNvSpPr/>
          <p:nvPr userDrawn="1"/>
        </p:nvSpPr>
        <p:spPr>
          <a:xfrm>
            <a:off x="5557520" y="3300984"/>
            <a:ext cx="3273552" cy="1408176"/>
          </a:xfrm>
          <a:prstGeom prst="roundRect">
            <a:avLst>
              <a:gd name="adj" fmla="val 1139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22729" y="1012103"/>
            <a:ext cx="2976771" cy="1404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90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2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Holder 3">
            <a:extLst>
              <a:ext uri="{FF2B5EF4-FFF2-40B4-BE49-F238E27FC236}">
                <a16:creationId xmlns:a16="http://schemas.microsoft.com/office/drawing/2014/main" id="{56012987-20DF-BF50-DB1C-07E6B691B84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5722729" y="801592"/>
            <a:ext cx="2976771" cy="1404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0000"/>
              </a:lnSpc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Holder 3">
            <a:extLst>
              <a:ext uri="{FF2B5EF4-FFF2-40B4-BE49-F238E27FC236}">
                <a16:creationId xmlns:a16="http://schemas.microsoft.com/office/drawing/2014/main" id="{3B6669FD-0D3B-2E74-BAF3-810FF49B4A9B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710029" y="2516801"/>
            <a:ext cx="2976771" cy="1404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90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Holder 3">
            <a:extLst>
              <a:ext uri="{FF2B5EF4-FFF2-40B4-BE49-F238E27FC236}">
                <a16:creationId xmlns:a16="http://schemas.microsoft.com/office/drawing/2014/main" id="{CB69A6CD-31D4-82EA-1B21-3812DA0DAB7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710029" y="2287240"/>
            <a:ext cx="2976771" cy="1404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0000"/>
              </a:lnSpc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Holder 3">
            <a:extLst>
              <a:ext uri="{FF2B5EF4-FFF2-40B4-BE49-F238E27FC236}">
                <a16:creationId xmlns:a16="http://schemas.microsoft.com/office/drawing/2014/main" id="{EB3EC261-7766-A31D-A8B1-E96FBEDFFFE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5710029" y="4005072"/>
            <a:ext cx="2976771" cy="1404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90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Holder 3">
            <a:extLst>
              <a:ext uri="{FF2B5EF4-FFF2-40B4-BE49-F238E27FC236}">
                <a16:creationId xmlns:a16="http://schemas.microsoft.com/office/drawing/2014/main" id="{922AA708-858A-ADC4-1D90-D6F65B6F7FF6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710029" y="3776472"/>
            <a:ext cx="2976771" cy="1404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0000"/>
              </a:lnSpc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1FF1E93-D2D1-228E-7511-20CB5D6898A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22729" y="490316"/>
            <a:ext cx="228600" cy="228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52B8AA1B-62DA-46C5-0267-D1501B29BDF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10029" y="1979816"/>
            <a:ext cx="228600" cy="228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3">
            <a:extLst>
              <a:ext uri="{FF2B5EF4-FFF2-40B4-BE49-F238E27FC236}">
                <a16:creationId xmlns:a16="http://schemas.microsoft.com/office/drawing/2014/main" id="{80EC8026-2CED-6AF5-830E-646D2D6A9A3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10029" y="3465576"/>
            <a:ext cx="228600" cy="228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51FFB32C-47C4-5417-B9F6-47C6A2A300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14" name="Holder 2">
            <a:extLst>
              <a:ext uri="{FF2B5EF4-FFF2-40B4-BE49-F238E27FC236}">
                <a16:creationId xmlns:a16="http://schemas.microsoft.com/office/drawing/2014/main" id="{6FF51A8E-5011-9331-8EF7-6F7C06EA5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13896"/>
            <a:ext cx="3766009" cy="19516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" name="Holder 6">
            <a:extLst>
              <a:ext uri="{FF2B5EF4-FFF2-40B4-BE49-F238E27FC236}">
                <a16:creationId xmlns:a16="http://schemas.microsoft.com/office/drawing/2014/main" id="{51D8847A-DDB4-4716-A702-1186DB66B8FB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B489F6A-B2F3-C1EE-DE86-C91F126F2C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1752" y="242118"/>
            <a:ext cx="3119979" cy="12311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lnSpc>
                <a:spcPct val="100000"/>
              </a:lnSpc>
              <a:defRPr sz="800" b="1" cap="all" spc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EYEBROW</a:t>
            </a:r>
          </a:p>
        </p:txBody>
      </p:sp>
    </p:spTree>
    <p:extLst>
      <p:ext uri="{BB962C8B-B14F-4D97-AF65-F5344CB8AC3E}">
        <p14:creationId xmlns:p14="http://schemas.microsoft.com/office/powerpoint/2010/main" val="174167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Up_Content_Vertic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E73C704-9D7D-915C-9BA2-48D0590B218A}"/>
              </a:ext>
            </a:extLst>
          </p:cNvPr>
          <p:cNvSpPr>
            <a:spLocks/>
          </p:cNvSpPr>
          <p:nvPr userDrawn="1"/>
        </p:nvSpPr>
        <p:spPr>
          <a:xfrm>
            <a:off x="5555511" y="326570"/>
            <a:ext cx="3273552" cy="1408176"/>
          </a:xfrm>
          <a:prstGeom prst="roundRect">
            <a:avLst>
              <a:gd name="adj" fmla="val 113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58A550A-0C59-C764-9E9F-B4F94A4378B7}"/>
              </a:ext>
            </a:extLst>
          </p:cNvPr>
          <p:cNvSpPr/>
          <p:nvPr userDrawn="1"/>
        </p:nvSpPr>
        <p:spPr>
          <a:xfrm>
            <a:off x="5557520" y="1813777"/>
            <a:ext cx="3273552" cy="1408176"/>
          </a:xfrm>
          <a:prstGeom prst="roundRect">
            <a:avLst>
              <a:gd name="adj" fmla="val 113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F70A07B-122F-E67C-233C-90C742007652}"/>
              </a:ext>
            </a:extLst>
          </p:cNvPr>
          <p:cNvSpPr/>
          <p:nvPr userDrawn="1"/>
        </p:nvSpPr>
        <p:spPr>
          <a:xfrm>
            <a:off x="5557520" y="3300984"/>
            <a:ext cx="3273552" cy="1408176"/>
          </a:xfrm>
          <a:prstGeom prst="roundRect">
            <a:avLst>
              <a:gd name="adj" fmla="val 113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22729" y="1012103"/>
            <a:ext cx="2976771" cy="1404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90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2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Holder 3">
            <a:extLst>
              <a:ext uri="{FF2B5EF4-FFF2-40B4-BE49-F238E27FC236}">
                <a16:creationId xmlns:a16="http://schemas.microsoft.com/office/drawing/2014/main" id="{56012987-20DF-BF50-DB1C-07E6B691B84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5722729" y="801592"/>
            <a:ext cx="2976771" cy="1404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0000"/>
              </a:lnSpc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Holder 3">
            <a:extLst>
              <a:ext uri="{FF2B5EF4-FFF2-40B4-BE49-F238E27FC236}">
                <a16:creationId xmlns:a16="http://schemas.microsoft.com/office/drawing/2014/main" id="{3B6669FD-0D3B-2E74-BAF3-810FF49B4A9B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710029" y="2516801"/>
            <a:ext cx="2976771" cy="1404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90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Holder 3">
            <a:extLst>
              <a:ext uri="{FF2B5EF4-FFF2-40B4-BE49-F238E27FC236}">
                <a16:creationId xmlns:a16="http://schemas.microsoft.com/office/drawing/2014/main" id="{CB69A6CD-31D4-82EA-1B21-3812DA0DAB7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710029" y="2287240"/>
            <a:ext cx="2976771" cy="1404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0000"/>
              </a:lnSpc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Holder 3">
            <a:extLst>
              <a:ext uri="{FF2B5EF4-FFF2-40B4-BE49-F238E27FC236}">
                <a16:creationId xmlns:a16="http://schemas.microsoft.com/office/drawing/2014/main" id="{EB3EC261-7766-A31D-A8B1-E96FBEDFFFE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5710029" y="4005072"/>
            <a:ext cx="2976771" cy="1404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90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Holder 3">
            <a:extLst>
              <a:ext uri="{FF2B5EF4-FFF2-40B4-BE49-F238E27FC236}">
                <a16:creationId xmlns:a16="http://schemas.microsoft.com/office/drawing/2014/main" id="{922AA708-858A-ADC4-1D90-D6F65B6F7FF6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710029" y="3776472"/>
            <a:ext cx="2976771" cy="1404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0000"/>
              </a:lnSpc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1FF1E93-D2D1-228E-7511-20CB5D6898A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22729" y="490316"/>
            <a:ext cx="228600" cy="228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52B8AA1B-62DA-46C5-0267-D1501B29BDF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10029" y="1979816"/>
            <a:ext cx="228600" cy="228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3">
            <a:extLst>
              <a:ext uri="{FF2B5EF4-FFF2-40B4-BE49-F238E27FC236}">
                <a16:creationId xmlns:a16="http://schemas.microsoft.com/office/drawing/2014/main" id="{80EC8026-2CED-6AF5-830E-646D2D6A9A3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10029" y="3465576"/>
            <a:ext cx="228600" cy="228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51FFB32C-47C4-5417-B9F6-47C6A2A300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14" name="Holder 2">
            <a:extLst>
              <a:ext uri="{FF2B5EF4-FFF2-40B4-BE49-F238E27FC236}">
                <a16:creationId xmlns:a16="http://schemas.microsoft.com/office/drawing/2014/main" id="{6FF51A8E-5011-9331-8EF7-6F7C06EA5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13896"/>
            <a:ext cx="3766009" cy="19516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" name="Holder 6">
            <a:extLst>
              <a:ext uri="{FF2B5EF4-FFF2-40B4-BE49-F238E27FC236}">
                <a16:creationId xmlns:a16="http://schemas.microsoft.com/office/drawing/2014/main" id="{51D8847A-DDB4-4716-A702-1186DB66B8FB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B489F6A-B2F3-C1EE-DE86-C91F126F2C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1752" y="242118"/>
            <a:ext cx="3119979" cy="12311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lnSpc>
                <a:spcPct val="100000"/>
              </a:lnSpc>
              <a:defRPr sz="800" b="1" cap="all" spc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EYEBROW</a:t>
            </a:r>
          </a:p>
        </p:txBody>
      </p:sp>
    </p:spTree>
    <p:extLst>
      <p:ext uri="{BB962C8B-B14F-4D97-AF65-F5344CB8AC3E}">
        <p14:creationId xmlns:p14="http://schemas.microsoft.com/office/powerpoint/2010/main" val="1836481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Up_Content_Vertica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E73C704-9D7D-915C-9BA2-48D0590B218A}"/>
              </a:ext>
            </a:extLst>
          </p:cNvPr>
          <p:cNvSpPr>
            <a:spLocks/>
          </p:cNvSpPr>
          <p:nvPr userDrawn="1"/>
        </p:nvSpPr>
        <p:spPr>
          <a:xfrm>
            <a:off x="5555511" y="326570"/>
            <a:ext cx="3273552" cy="1408176"/>
          </a:xfrm>
          <a:prstGeom prst="roundRect">
            <a:avLst>
              <a:gd name="adj" fmla="val 11391"/>
            </a:avLst>
          </a:prstGeom>
          <a:solidFill>
            <a:srgbClr val="D0E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58A550A-0C59-C764-9E9F-B4F94A4378B7}"/>
              </a:ext>
            </a:extLst>
          </p:cNvPr>
          <p:cNvSpPr/>
          <p:nvPr userDrawn="1"/>
        </p:nvSpPr>
        <p:spPr>
          <a:xfrm>
            <a:off x="5557520" y="1813777"/>
            <a:ext cx="3273552" cy="1408176"/>
          </a:xfrm>
          <a:prstGeom prst="roundRect">
            <a:avLst>
              <a:gd name="adj" fmla="val 11391"/>
            </a:avLst>
          </a:prstGeom>
          <a:solidFill>
            <a:srgbClr val="D0E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F70A07B-122F-E67C-233C-90C742007652}"/>
              </a:ext>
            </a:extLst>
          </p:cNvPr>
          <p:cNvSpPr/>
          <p:nvPr userDrawn="1"/>
        </p:nvSpPr>
        <p:spPr>
          <a:xfrm>
            <a:off x="5557520" y="3300984"/>
            <a:ext cx="3273552" cy="1408176"/>
          </a:xfrm>
          <a:prstGeom prst="roundRect">
            <a:avLst>
              <a:gd name="adj" fmla="val 11391"/>
            </a:avLst>
          </a:prstGeom>
          <a:solidFill>
            <a:srgbClr val="D0E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22729" y="1012103"/>
            <a:ext cx="2976771" cy="1404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90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2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Holder 3">
            <a:extLst>
              <a:ext uri="{FF2B5EF4-FFF2-40B4-BE49-F238E27FC236}">
                <a16:creationId xmlns:a16="http://schemas.microsoft.com/office/drawing/2014/main" id="{56012987-20DF-BF50-DB1C-07E6B691B84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5722729" y="801592"/>
            <a:ext cx="2976771" cy="1404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0000"/>
              </a:lnSpc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Holder 3">
            <a:extLst>
              <a:ext uri="{FF2B5EF4-FFF2-40B4-BE49-F238E27FC236}">
                <a16:creationId xmlns:a16="http://schemas.microsoft.com/office/drawing/2014/main" id="{3B6669FD-0D3B-2E74-BAF3-810FF49B4A9B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710029" y="2516801"/>
            <a:ext cx="2976771" cy="1404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90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Holder 3">
            <a:extLst>
              <a:ext uri="{FF2B5EF4-FFF2-40B4-BE49-F238E27FC236}">
                <a16:creationId xmlns:a16="http://schemas.microsoft.com/office/drawing/2014/main" id="{CB69A6CD-31D4-82EA-1B21-3812DA0DAB7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710029" y="2287240"/>
            <a:ext cx="2976771" cy="1404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0000"/>
              </a:lnSpc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Holder 3">
            <a:extLst>
              <a:ext uri="{FF2B5EF4-FFF2-40B4-BE49-F238E27FC236}">
                <a16:creationId xmlns:a16="http://schemas.microsoft.com/office/drawing/2014/main" id="{EB3EC261-7766-A31D-A8B1-E96FBEDFFFE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5710029" y="4005072"/>
            <a:ext cx="2976771" cy="1404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90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Holder 3">
            <a:extLst>
              <a:ext uri="{FF2B5EF4-FFF2-40B4-BE49-F238E27FC236}">
                <a16:creationId xmlns:a16="http://schemas.microsoft.com/office/drawing/2014/main" id="{922AA708-858A-ADC4-1D90-D6F65B6F7FF6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710029" y="3776472"/>
            <a:ext cx="2976771" cy="1404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0000"/>
              </a:lnSpc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1FF1E93-D2D1-228E-7511-20CB5D6898A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22729" y="490316"/>
            <a:ext cx="228600" cy="228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52B8AA1B-62DA-46C5-0267-D1501B29BDF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10029" y="1979816"/>
            <a:ext cx="228600" cy="228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3">
            <a:extLst>
              <a:ext uri="{FF2B5EF4-FFF2-40B4-BE49-F238E27FC236}">
                <a16:creationId xmlns:a16="http://schemas.microsoft.com/office/drawing/2014/main" id="{80EC8026-2CED-6AF5-830E-646D2D6A9A3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10029" y="3465576"/>
            <a:ext cx="228600" cy="228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51FFB32C-47C4-5417-B9F6-47C6A2A300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14" name="Holder 2">
            <a:extLst>
              <a:ext uri="{FF2B5EF4-FFF2-40B4-BE49-F238E27FC236}">
                <a16:creationId xmlns:a16="http://schemas.microsoft.com/office/drawing/2014/main" id="{6FF51A8E-5011-9331-8EF7-6F7C06EA5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13896"/>
            <a:ext cx="3766009" cy="19516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" name="Holder 6">
            <a:extLst>
              <a:ext uri="{FF2B5EF4-FFF2-40B4-BE49-F238E27FC236}">
                <a16:creationId xmlns:a16="http://schemas.microsoft.com/office/drawing/2014/main" id="{51D8847A-DDB4-4716-A702-1186DB66B8FB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B489F6A-B2F3-C1EE-DE86-C91F126F2C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1752" y="242118"/>
            <a:ext cx="3119979" cy="12311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lnSpc>
                <a:spcPct val="100000"/>
              </a:lnSpc>
              <a:defRPr sz="800" b="1" cap="all" spc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EYEBROW</a:t>
            </a:r>
          </a:p>
        </p:txBody>
      </p:sp>
    </p:spTree>
    <p:extLst>
      <p:ext uri="{BB962C8B-B14F-4D97-AF65-F5344CB8AC3E}">
        <p14:creationId xmlns:p14="http://schemas.microsoft.com/office/powerpoint/2010/main" val="2583021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Up_Content_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E73C704-9D7D-915C-9BA2-48D0590B218A}"/>
              </a:ext>
            </a:extLst>
          </p:cNvPr>
          <p:cNvSpPr>
            <a:spLocks/>
          </p:cNvSpPr>
          <p:nvPr userDrawn="1"/>
        </p:nvSpPr>
        <p:spPr>
          <a:xfrm>
            <a:off x="5555511" y="326570"/>
            <a:ext cx="3273552" cy="1408176"/>
          </a:xfrm>
          <a:prstGeom prst="roundRect">
            <a:avLst>
              <a:gd name="adj" fmla="val 11391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58A550A-0C59-C764-9E9F-B4F94A4378B7}"/>
              </a:ext>
            </a:extLst>
          </p:cNvPr>
          <p:cNvSpPr/>
          <p:nvPr userDrawn="1"/>
        </p:nvSpPr>
        <p:spPr>
          <a:xfrm>
            <a:off x="5557520" y="1813777"/>
            <a:ext cx="3273552" cy="1408176"/>
          </a:xfrm>
          <a:prstGeom prst="roundRect">
            <a:avLst>
              <a:gd name="adj" fmla="val 11391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F70A07B-122F-E67C-233C-90C742007652}"/>
              </a:ext>
            </a:extLst>
          </p:cNvPr>
          <p:cNvSpPr/>
          <p:nvPr userDrawn="1"/>
        </p:nvSpPr>
        <p:spPr>
          <a:xfrm>
            <a:off x="5557520" y="3300984"/>
            <a:ext cx="3273552" cy="1408176"/>
          </a:xfrm>
          <a:prstGeom prst="roundRect">
            <a:avLst>
              <a:gd name="adj" fmla="val 11391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22729" y="1012103"/>
            <a:ext cx="2976771" cy="1404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90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2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Holder 3">
            <a:extLst>
              <a:ext uri="{FF2B5EF4-FFF2-40B4-BE49-F238E27FC236}">
                <a16:creationId xmlns:a16="http://schemas.microsoft.com/office/drawing/2014/main" id="{56012987-20DF-BF50-DB1C-07E6B691B84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5722729" y="801592"/>
            <a:ext cx="2976771" cy="1404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0000"/>
              </a:lnSpc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Holder 3">
            <a:extLst>
              <a:ext uri="{FF2B5EF4-FFF2-40B4-BE49-F238E27FC236}">
                <a16:creationId xmlns:a16="http://schemas.microsoft.com/office/drawing/2014/main" id="{3B6669FD-0D3B-2E74-BAF3-810FF49B4A9B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710029" y="2516801"/>
            <a:ext cx="2976771" cy="1404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90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Holder 3">
            <a:extLst>
              <a:ext uri="{FF2B5EF4-FFF2-40B4-BE49-F238E27FC236}">
                <a16:creationId xmlns:a16="http://schemas.microsoft.com/office/drawing/2014/main" id="{CB69A6CD-31D4-82EA-1B21-3812DA0DAB7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710029" y="2287240"/>
            <a:ext cx="2976771" cy="1404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0000"/>
              </a:lnSpc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Holder 3">
            <a:extLst>
              <a:ext uri="{FF2B5EF4-FFF2-40B4-BE49-F238E27FC236}">
                <a16:creationId xmlns:a16="http://schemas.microsoft.com/office/drawing/2014/main" id="{EB3EC261-7766-A31D-A8B1-E96FBEDFFFE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5710029" y="4005072"/>
            <a:ext cx="2976771" cy="1404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90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Holder 3">
            <a:extLst>
              <a:ext uri="{FF2B5EF4-FFF2-40B4-BE49-F238E27FC236}">
                <a16:creationId xmlns:a16="http://schemas.microsoft.com/office/drawing/2014/main" id="{922AA708-858A-ADC4-1D90-D6F65B6F7FF6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710029" y="3776472"/>
            <a:ext cx="2976771" cy="1404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0000"/>
              </a:lnSpc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1FF1E93-D2D1-228E-7511-20CB5D6898A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22729" y="490316"/>
            <a:ext cx="228600" cy="228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52B8AA1B-62DA-46C5-0267-D1501B29BDF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10029" y="1979816"/>
            <a:ext cx="228600" cy="228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3">
            <a:extLst>
              <a:ext uri="{FF2B5EF4-FFF2-40B4-BE49-F238E27FC236}">
                <a16:creationId xmlns:a16="http://schemas.microsoft.com/office/drawing/2014/main" id="{80EC8026-2CED-6AF5-830E-646D2D6A9A3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10029" y="3465576"/>
            <a:ext cx="228600" cy="228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51FFB32C-47C4-5417-B9F6-47C6A2A300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14" name="Holder 2">
            <a:extLst>
              <a:ext uri="{FF2B5EF4-FFF2-40B4-BE49-F238E27FC236}">
                <a16:creationId xmlns:a16="http://schemas.microsoft.com/office/drawing/2014/main" id="{6FF51A8E-5011-9331-8EF7-6F7C06EA5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13896"/>
            <a:ext cx="3766009" cy="19516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" name="Holder 6">
            <a:extLst>
              <a:ext uri="{FF2B5EF4-FFF2-40B4-BE49-F238E27FC236}">
                <a16:creationId xmlns:a16="http://schemas.microsoft.com/office/drawing/2014/main" id="{51D8847A-DDB4-4716-A702-1186DB66B8FB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B489F6A-B2F3-C1EE-DE86-C91F126F2C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1752" y="242118"/>
            <a:ext cx="3119979" cy="12311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lnSpc>
                <a:spcPct val="100000"/>
              </a:lnSpc>
              <a:defRPr sz="800" b="1" cap="all" spc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EYEBROW</a:t>
            </a:r>
          </a:p>
        </p:txBody>
      </p:sp>
    </p:spTree>
    <p:extLst>
      <p:ext uri="{BB962C8B-B14F-4D97-AF65-F5344CB8AC3E}">
        <p14:creationId xmlns:p14="http://schemas.microsoft.com/office/powerpoint/2010/main" val="3717419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Up_Content_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pink spots&#10;&#10;AI-generated content may be incorrect.">
            <a:extLst>
              <a:ext uri="{FF2B5EF4-FFF2-40B4-BE49-F238E27FC236}">
                <a16:creationId xmlns:a16="http://schemas.microsoft.com/office/drawing/2014/main" id="{106642C3-FCB7-D27C-77EA-38B1530574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8900" y="0"/>
            <a:ext cx="3975100" cy="3527991"/>
          </a:xfrm>
          <a:prstGeom prst="rect">
            <a:avLst/>
          </a:prstGeom>
        </p:spPr>
      </p:pic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2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D112FA0-8A3B-8637-FC6D-20D206FA13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1752" y="2496312"/>
            <a:ext cx="2084831" cy="2130552"/>
          </a:xfrm>
          <a:prstGeom prst="roundRect">
            <a:avLst>
              <a:gd name="adj" fmla="val 6236"/>
            </a:avLst>
          </a:prstGeom>
          <a:solidFill>
            <a:schemeClr val="accent3">
              <a:lumMod val="20000"/>
              <a:lumOff val="80000"/>
            </a:schemeClr>
          </a:solidFill>
        </p:spPr>
        <p:txBody>
          <a:bodyPr lIns="109728" tIns="109728" rIns="118872" bIns="118872">
            <a:noAutofit/>
          </a:bodyPr>
          <a:lstStyle>
            <a:lvl1pPr>
              <a:spcAft>
                <a:spcPts val="600"/>
              </a:spcAft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8A170084-B41A-5676-4AB5-36E34F431B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4799" y="1120773"/>
            <a:ext cx="8503920" cy="1224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9">
            <a:extLst>
              <a:ext uri="{FF2B5EF4-FFF2-40B4-BE49-F238E27FC236}">
                <a16:creationId xmlns:a16="http://schemas.microsoft.com/office/drawing/2014/main" id="{170F404C-83AE-706A-606E-618F20FA7D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53522" y="2496312"/>
            <a:ext cx="2084831" cy="2130552"/>
          </a:xfrm>
          <a:prstGeom prst="roundRect">
            <a:avLst>
              <a:gd name="adj" fmla="val 6236"/>
            </a:avLst>
          </a:prstGeom>
          <a:solidFill>
            <a:schemeClr val="accent3">
              <a:lumMod val="20000"/>
              <a:lumOff val="80000"/>
            </a:schemeClr>
          </a:solidFill>
        </p:spPr>
        <p:txBody>
          <a:bodyPr lIns="109728" tIns="109728" rIns="118872" bIns="118872">
            <a:noAutofit/>
          </a:bodyPr>
          <a:lstStyle>
            <a:lvl1pPr>
              <a:spcAft>
                <a:spcPts val="600"/>
              </a:spcAft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7A99608C-A061-BFBE-4BEF-6662FCBAAB6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452342" y="2496312"/>
            <a:ext cx="2084831" cy="2130552"/>
          </a:xfrm>
          <a:prstGeom prst="roundRect">
            <a:avLst>
              <a:gd name="adj" fmla="val 6236"/>
            </a:avLst>
          </a:prstGeom>
          <a:solidFill>
            <a:schemeClr val="accent3">
              <a:lumMod val="20000"/>
              <a:lumOff val="80000"/>
            </a:schemeClr>
          </a:solidFill>
        </p:spPr>
        <p:txBody>
          <a:bodyPr lIns="109728" tIns="109728" rIns="118872" bIns="118872">
            <a:noAutofit/>
          </a:bodyPr>
          <a:lstStyle>
            <a:lvl1pPr>
              <a:spcAft>
                <a:spcPts val="600"/>
              </a:spcAft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8E42D0F5-AE79-3606-F136-FB4F8C9756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02932" y="2496312"/>
            <a:ext cx="2084831" cy="2130552"/>
          </a:xfrm>
          <a:prstGeom prst="roundRect">
            <a:avLst>
              <a:gd name="adj" fmla="val 6236"/>
            </a:avLst>
          </a:prstGeom>
          <a:solidFill>
            <a:schemeClr val="accent3">
              <a:lumMod val="20000"/>
              <a:lumOff val="80000"/>
            </a:schemeClr>
          </a:solidFill>
        </p:spPr>
        <p:txBody>
          <a:bodyPr lIns="109728" tIns="109728" rIns="118872" bIns="118872">
            <a:noAutofit/>
          </a:bodyPr>
          <a:lstStyle>
            <a:lvl1pPr>
              <a:spcAft>
                <a:spcPts val="600"/>
              </a:spcAft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AB747AC7-4903-B4D1-55EB-243A36F88EA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10" name="Holder 2">
            <a:extLst>
              <a:ext uri="{FF2B5EF4-FFF2-40B4-BE49-F238E27FC236}">
                <a16:creationId xmlns:a16="http://schemas.microsoft.com/office/drawing/2014/main" id="{6F6D1E9E-D935-7723-13D5-D9D0AFB0A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9518"/>
            <a:ext cx="8503920" cy="65135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Holder 6">
            <a:extLst>
              <a:ext uri="{FF2B5EF4-FFF2-40B4-BE49-F238E27FC236}">
                <a16:creationId xmlns:a16="http://schemas.microsoft.com/office/drawing/2014/main" id="{77F296A7-A998-C694-2425-E487F780594A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293634F-C2B0-D142-56D7-1FE5387C9ED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1752" y="242118"/>
            <a:ext cx="3119979" cy="12311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lnSpc>
                <a:spcPct val="100000"/>
              </a:lnSpc>
              <a:defRPr sz="800" b="1" cap="all" spc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EYEBROW</a:t>
            </a:r>
          </a:p>
        </p:txBody>
      </p:sp>
    </p:spTree>
    <p:extLst>
      <p:ext uri="{BB962C8B-B14F-4D97-AF65-F5344CB8AC3E}">
        <p14:creationId xmlns:p14="http://schemas.microsoft.com/office/powerpoint/2010/main" val="120118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Up_Content_Horizont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pink spots&#10;&#10;AI-generated content may be incorrect.">
            <a:extLst>
              <a:ext uri="{FF2B5EF4-FFF2-40B4-BE49-F238E27FC236}">
                <a16:creationId xmlns:a16="http://schemas.microsoft.com/office/drawing/2014/main" id="{106642C3-FCB7-D27C-77EA-38B1530574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8900" y="0"/>
            <a:ext cx="3975100" cy="3527991"/>
          </a:xfrm>
          <a:prstGeom prst="rect">
            <a:avLst/>
          </a:prstGeom>
        </p:spPr>
      </p:pic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2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D112FA0-8A3B-8637-FC6D-20D206FA13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1752" y="2496312"/>
            <a:ext cx="2084831" cy="2130552"/>
          </a:xfrm>
          <a:prstGeom prst="roundRect">
            <a:avLst>
              <a:gd name="adj" fmla="val 6236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lIns="109728" tIns="109728" rIns="118872" bIns="118872">
            <a:noAutofit/>
          </a:bodyPr>
          <a:lstStyle>
            <a:lvl1pPr>
              <a:spcAft>
                <a:spcPts val="600"/>
              </a:spcAft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8A170084-B41A-5676-4AB5-36E34F431B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4799" y="1120773"/>
            <a:ext cx="8503920" cy="1224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9">
            <a:extLst>
              <a:ext uri="{FF2B5EF4-FFF2-40B4-BE49-F238E27FC236}">
                <a16:creationId xmlns:a16="http://schemas.microsoft.com/office/drawing/2014/main" id="{170F404C-83AE-706A-606E-618F20FA7D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53522" y="2496312"/>
            <a:ext cx="2084831" cy="2130552"/>
          </a:xfrm>
          <a:prstGeom prst="roundRect">
            <a:avLst>
              <a:gd name="adj" fmla="val 6236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lIns="109728" tIns="109728" rIns="118872" bIns="118872">
            <a:noAutofit/>
          </a:bodyPr>
          <a:lstStyle>
            <a:lvl1pPr>
              <a:spcAft>
                <a:spcPts val="600"/>
              </a:spcAft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7A99608C-A061-BFBE-4BEF-6662FCBAAB6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452342" y="2496312"/>
            <a:ext cx="2084831" cy="2130552"/>
          </a:xfrm>
          <a:prstGeom prst="roundRect">
            <a:avLst>
              <a:gd name="adj" fmla="val 6236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lIns="109728" tIns="109728" rIns="118872" bIns="118872">
            <a:noAutofit/>
          </a:bodyPr>
          <a:lstStyle>
            <a:lvl1pPr>
              <a:spcAft>
                <a:spcPts val="600"/>
              </a:spcAft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8E42D0F5-AE79-3606-F136-FB4F8C9756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02932" y="2496312"/>
            <a:ext cx="2084831" cy="2130552"/>
          </a:xfrm>
          <a:prstGeom prst="roundRect">
            <a:avLst>
              <a:gd name="adj" fmla="val 6236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lIns="109728" tIns="109728" rIns="118872" bIns="118872">
            <a:noAutofit/>
          </a:bodyPr>
          <a:lstStyle>
            <a:lvl1pPr>
              <a:spcAft>
                <a:spcPts val="600"/>
              </a:spcAft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AB747AC7-4903-B4D1-55EB-243A36F88EA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10" name="Holder 2">
            <a:extLst>
              <a:ext uri="{FF2B5EF4-FFF2-40B4-BE49-F238E27FC236}">
                <a16:creationId xmlns:a16="http://schemas.microsoft.com/office/drawing/2014/main" id="{6F6D1E9E-D935-7723-13D5-D9D0AFB0A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9518"/>
            <a:ext cx="8503920" cy="65135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Holder 6">
            <a:extLst>
              <a:ext uri="{FF2B5EF4-FFF2-40B4-BE49-F238E27FC236}">
                <a16:creationId xmlns:a16="http://schemas.microsoft.com/office/drawing/2014/main" id="{77F296A7-A998-C694-2425-E487F780594A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293634F-C2B0-D142-56D7-1FE5387C9ED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1752" y="242118"/>
            <a:ext cx="3119979" cy="12311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lnSpc>
                <a:spcPct val="100000"/>
              </a:lnSpc>
              <a:defRPr sz="800" b="1" cap="all" spc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EYEBROW</a:t>
            </a:r>
          </a:p>
        </p:txBody>
      </p:sp>
    </p:spTree>
    <p:extLst>
      <p:ext uri="{BB962C8B-B14F-4D97-AF65-F5344CB8AC3E}">
        <p14:creationId xmlns:p14="http://schemas.microsoft.com/office/powerpoint/2010/main" val="2532810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Up_Content_Horizonta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pink spots&#10;&#10;AI-generated content may be incorrect.">
            <a:extLst>
              <a:ext uri="{FF2B5EF4-FFF2-40B4-BE49-F238E27FC236}">
                <a16:creationId xmlns:a16="http://schemas.microsoft.com/office/drawing/2014/main" id="{106642C3-FCB7-D27C-77EA-38B1530574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8900" y="0"/>
            <a:ext cx="3975100" cy="3527991"/>
          </a:xfrm>
          <a:prstGeom prst="rect">
            <a:avLst/>
          </a:prstGeom>
        </p:spPr>
      </p:pic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2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D112FA0-8A3B-8637-FC6D-20D206FA13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1752" y="2496312"/>
            <a:ext cx="2084831" cy="2130552"/>
          </a:xfrm>
          <a:prstGeom prst="roundRect">
            <a:avLst>
              <a:gd name="adj" fmla="val 6236"/>
            </a:avLst>
          </a:prstGeom>
          <a:solidFill>
            <a:schemeClr val="accent5">
              <a:lumMod val="20000"/>
              <a:lumOff val="80000"/>
            </a:schemeClr>
          </a:solidFill>
        </p:spPr>
        <p:txBody>
          <a:bodyPr lIns="109728" tIns="109728" rIns="118872" bIns="118872">
            <a:noAutofit/>
          </a:bodyPr>
          <a:lstStyle>
            <a:lvl1pPr>
              <a:spcAft>
                <a:spcPts val="600"/>
              </a:spcAft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8A170084-B41A-5676-4AB5-36E34F431B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4799" y="1120773"/>
            <a:ext cx="8503920" cy="1224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9">
            <a:extLst>
              <a:ext uri="{FF2B5EF4-FFF2-40B4-BE49-F238E27FC236}">
                <a16:creationId xmlns:a16="http://schemas.microsoft.com/office/drawing/2014/main" id="{170F404C-83AE-706A-606E-618F20FA7D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53522" y="2496312"/>
            <a:ext cx="2084831" cy="2130552"/>
          </a:xfrm>
          <a:prstGeom prst="roundRect">
            <a:avLst>
              <a:gd name="adj" fmla="val 6236"/>
            </a:avLst>
          </a:prstGeom>
          <a:solidFill>
            <a:schemeClr val="accent5">
              <a:lumMod val="20000"/>
              <a:lumOff val="80000"/>
            </a:schemeClr>
          </a:solidFill>
        </p:spPr>
        <p:txBody>
          <a:bodyPr lIns="109728" tIns="109728" rIns="118872" bIns="118872">
            <a:noAutofit/>
          </a:bodyPr>
          <a:lstStyle>
            <a:lvl1pPr>
              <a:spcAft>
                <a:spcPts val="600"/>
              </a:spcAft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7A99608C-A061-BFBE-4BEF-6662FCBAAB6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452342" y="2496312"/>
            <a:ext cx="2084831" cy="2130552"/>
          </a:xfrm>
          <a:prstGeom prst="roundRect">
            <a:avLst>
              <a:gd name="adj" fmla="val 6236"/>
            </a:avLst>
          </a:prstGeom>
          <a:solidFill>
            <a:schemeClr val="accent5">
              <a:lumMod val="20000"/>
              <a:lumOff val="80000"/>
            </a:schemeClr>
          </a:solidFill>
        </p:spPr>
        <p:txBody>
          <a:bodyPr lIns="109728" tIns="109728" rIns="118872" bIns="118872">
            <a:noAutofit/>
          </a:bodyPr>
          <a:lstStyle>
            <a:lvl1pPr>
              <a:spcAft>
                <a:spcPts val="600"/>
              </a:spcAft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8E42D0F5-AE79-3606-F136-FB4F8C9756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02932" y="2496312"/>
            <a:ext cx="2084831" cy="2130552"/>
          </a:xfrm>
          <a:prstGeom prst="roundRect">
            <a:avLst>
              <a:gd name="adj" fmla="val 6236"/>
            </a:avLst>
          </a:prstGeom>
          <a:solidFill>
            <a:schemeClr val="accent5">
              <a:lumMod val="20000"/>
              <a:lumOff val="80000"/>
            </a:schemeClr>
          </a:solidFill>
        </p:spPr>
        <p:txBody>
          <a:bodyPr lIns="109728" tIns="109728" rIns="118872" bIns="118872">
            <a:noAutofit/>
          </a:bodyPr>
          <a:lstStyle>
            <a:lvl1pPr>
              <a:spcAft>
                <a:spcPts val="600"/>
              </a:spcAft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AB747AC7-4903-B4D1-55EB-243A36F88EA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10" name="Holder 2">
            <a:extLst>
              <a:ext uri="{FF2B5EF4-FFF2-40B4-BE49-F238E27FC236}">
                <a16:creationId xmlns:a16="http://schemas.microsoft.com/office/drawing/2014/main" id="{6F6D1E9E-D935-7723-13D5-D9D0AFB0A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9518"/>
            <a:ext cx="8503920" cy="65135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Holder 6">
            <a:extLst>
              <a:ext uri="{FF2B5EF4-FFF2-40B4-BE49-F238E27FC236}">
                <a16:creationId xmlns:a16="http://schemas.microsoft.com/office/drawing/2014/main" id="{77F296A7-A998-C694-2425-E487F780594A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293634F-C2B0-D142-56D7-1FE5387C9ED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1752" y="242118"/>
            <a:ext cx="3119979" cy="12311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lnSpc>
                <a:spcPct val="100000"/>
              </a:lnSpc>
              <a:defRPr sz="800" b="1" cap="all" spc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EYEBROW</a:t>
            </a:r>
          </a:p>
        </p:txBody>
      </p:sp>
    </p:spTree>
    <p:extLst>
      <p:ext uri="{BB962C8B-B14F-4D97-AF65-F5344CB8AC3E}">
        <p14:creationId xmlns:p14="http://schemas.microsoft.com/office/powerpoint/2010/main" val="559104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Up_Content_Horizont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pink spots&#10;&#10;AI-generated content may be incorrect.">
            <a:extLst>
              <a:ext uri="{FF2B5EF4-FFF2-40B4-BE49-F238E27FC236}">
                <a16:creationId xmlns:a16="http://schemas.microsoft.com/office/drawing/2014/main" id="{106642C3-FCB7-D27C-77EA-38B1530574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8900" y="0"/>
            <a:ext cx="3975100" cy="3527991"/>
          </a:xfrm>
          <a:prstGeom prst="rect">
            <a:avLst/>
          </a:prstGeom>
        </p:spPr>
      </p:pic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2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D112FA0-8A3B-8637-FC6D-20D206FA13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1752" y="2496312"/>
            <a:ext cx="2084831" cy="2130552"/>
          </a:xfrm>
          <a:prstGeom prst="roundRect">
            <a:avLst>
              <a:gd name="adj" fmla="val 6236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lIns="109728" tIns="109728" rIns="118872" bIns="118872">
            <a:noAutofit/>
          </a:bodyPr>
          <a:lstStyle>
            <a:lvl1pPr>
              <a:spcAft>
                <a:spcPts val="600"/>
              </a:spcAft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8A170084-B41A-5676-4AB5-36E34F431B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4799" y="1120773"/>
            <a:ext cx="8503920" cy="1224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9">
            <a:extLst>
              <a:ext uri="{FF2B5EF4-FFF2-40B4-BE49-F238E27FC236}">
                <a16:creationId xmlns:a16="http://schemas.microsoft.com/office/drawing/2014/main" id="{170F404C-83AE-706A-606E-618F20FA7D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53522" y="2496312"/>
            <a:ext cx="2084831" cy="2130552"/>
          </a:xfrm>
          <a:prstGeom prst="roundRect">
            <a:avLst>
              <a:gd name="adj" fmla="val 6236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lIns="109728" tIns="109728" rIns="118872" bIns="118872">
            <a:noAutofit/>
          </a:bodyPr>
          <a:lstStyle>
            <a:lvl1pPr>
              <a:spcAft>
                <a:spcPts val="600"/>
              </a:spcAft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7A99608C-A061-BFBE-4BEF-6662FCBAAB6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452342" y="2496312"/>
            <a:ext cx="2084831" cy="2130552"/>
          </a:xfrm>
          <a:prstGeom prst="roundRect">
            <a:avLst>
              <a:gd name="adj" fmla="val 6236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lIns="109728" tIns="109728" rIns="118872" bIns="118872">
            <a:noAutofit/>
          </a:bodyPr>
          <a:lstStyle>
            <a:lvl1pPr>
              <a:spcAft>
                <a:spcPts val="600"/>
              </a:spcAft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8E42D0F5-AE79-3606-F136-FB4F8C9756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02932" y="2496312"/>
            <a:ext cx="2084831" cy="2130552"/>
          </a:xfrm>
          <a:prstGeom prst="roundRect">
            <a:avLst>
              <a:gd name="adj" fmla="val 6236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lIns="109728" tIns="109728" rIns="118872" bIns="118872">
            <a:noAutofit/>
          </a:bodyPr>
          <a:lstStyle>
            <a:lvl1pPr>
              <a:spcAft>
                <a:spcPts val="600"/>
              </a:spcAft>
              <a:defRPr sz="900" b="1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AB747AC7-4903-B4D1-55EB-243A36F88EA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10" name="Holder 2">
            <a:extLst>
              <a:ext uri="{FF2B5EF4-FFF2-40B4-BE49-F238E27FC236}">
                <a16:creationId xmlns:a16="http://schemas.microsoft.com/office/drawing/2014/main" id="{6F6D1E9E-D935-7723-13D5-D9D0AFB0A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9518"/>
            <a:ext cx="8503920" cy="65135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Holder 6">
            <a:extLst>
              <a:ext uri="{FF2B5EF4-FFF2-40B4-BE49-F238E27FC236}">
                <a16:creationId xmlns:a16="http://schemas.microsoft.com/office/drawing/2014/main" id="{77F296A7-A998-C694-2425-E487F780594A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293634F-C2B0-D142-56D7-1FE5387C9ED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1752" y="242118"/>
            <a:ext cx="3119979" cy="12311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lnSpc>
                <a:spcPct val="100000"/>
              </a:lnSpc>
              <a:defRPr sz="800" b="1" cap="all" spc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EYEBROW</a:t>
            </a:r>
          </a:p>
        </p:txBody>
      </p:sp>
    </p:spTree>
    <p:extLst>
      <p:ext uri="{BB962C8B-B14F-4D97-AF65-F5344CB8AC3E}">
        <p14:creationId xmlns:p14="http://schemas.microsoft.com/office/powerpoint/2010/main" val="3524793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2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1401E77-8627-C159-ED38-543208C50C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5631" y="2213070"/>
            <a:ext cx="1130461" cy="15388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000" b="1">
                <a:solidFill>
                  <a:srgbClr val="000000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3" name="Holder 3">
            <a:extLst>
              <a:ext uri="{FF2B5EF4-FFF2-40B4-BE49-F238E27FC236}">
                <a16:creationId xmlns:a16="http://schemas.microsoft.com/office/drawing/2014/main" id="{B25DA6F3-C36F-E2A2-B21A-DB525CA37A1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55632" y="2490012"/>
            <a:ext cx="1130461" cy="1249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ctr">
              <a:lnSpc>
                <a:spcPct val="110000"/>
              </a:lnSpc>
              <a:defRPr sz="8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 dirty="0"/>
              <a:t>Position</a:t>
            </a:r>
            <a:endParaRPr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B49A7DE-B0F8-D3A2-52AF-781D9F760B1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568969" y="1213651"/>
            <a:ext cx="914400" cy="9144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07F13C0E-2163-7A90-2218-7365A321080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55632" y="3930779"/>
            <a:ext cx="1130460" cy="15388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000" b="1">
                <a:solidFill>
                  <a:srgbClr val="000000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5" name="Holder 3">
            <a:extLst>
              <a:ext uri="{FF2B5EF4-FFF2-40B4-BE49-F238E27FC236}">
                <a16:creationId xmlns:a16="http://schemas.microsoft.com/office/drawing/2014/main" id="{45E50D99-852B-226A-88E8-151D260E6352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55632" y="4207721"/>
            <a:ext cx="1130461" cy="1249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ctr">
              <a:lnSpc>
                <a:spcPct val="110000"/>
              </a:lnSpc>
              <a:defRPr sz="8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 dirty="0"/>
              <a:t>Position</a:t>
            </a:r>
            <a:endParaRPr dirty="0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D6BFDFDF-AF0E-B7A8-A52D-4D9B3162FD4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568969" y="2931360"/>
            <a:ext cx="914400" cy="9144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8" name="Picture 7" descr="A black and grey logo&#10;&#10;AI-generated content may be incorrect.">
            <a:extLst>
              <a:ext uri="{FF2B5EF4-FFF2-40B4-BE49-F238E27FC236}">
                <a16:creationId xmlns:a16="http://schemas.microsoft.com/office/drawing/2014/main" id="{5CB1357D-FC2B-2202-AB7F-024472B0A5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11" name="Holder 2">
            <a:extLst>
              <a:ext uri="{FF2B5EF4-FFF2-40B4-BE49-F238E27FC236}">
                <a16:creationId xmlns:a16="http://schemas.microsoft.com/office/drawing/2014/main" id="{5E07152E-10AC-6D3D-CFCA-3E812936F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9518"/>
            <a:ext cx="8503920" cy="825279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E32D01B-B751-C82D-81DC-0C5319AB9767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774626" y="2213070"/>
            <a:ext cx="1130461" cy="15388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000" b="1">
                <a:solidFill>
                  <a:srgbClr val="000000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Holder 3">
            <a:extLst>
              <a:ext uri="{FF2B5EF4-FFF2-40B4-BE49-F238E27FC236}">
                <a16:creationId xmlns:a16="http://schemas.microsoft.com/office/drawing/2014/main" id="{6ED378AA-91E2-A8F1-B216-9AD2DB0772F0}"/>
              </a:ext>
            </a:extLst>
          </p:cNvPr>
          <p:cNvSpPr>
            <a:spLocks noGrp="1"/>
          </p:cNvSpPr>
          <p:nvPr>
            <p:ph type="body" idx="62" hasCustomPrompt="1"/>
          </p:nvPr>
        </p:nvSpPr>
        <p:spPr>
          <a:xfrm>
            <a:off x="2774627" y="2490012"/>
            <a:ext cx="1130461" cy="1249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ctr">
              <a:lnSpc>
                <a:spcPct val="110000"/>
              </a:lnSpc>
              <a:defRPr sz="8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 dirty="0"/>
              <a:t>Position</a:t>
            </a:r>
            <a:endParaRPr dirty="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2769DE8E-4CDD-4011-178C-9E67AED54C5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2887964" y="1213651"/>
            <a:ext cx="914400" cy="9144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Text Placeholder 20">
            <a:extLst>
              <a:ext uri="{FF2B5EF4-FFF2-40B4-BE49-F238E27FC236}">
                <a16:creationId xmlns:a16="http://schemas.microsoft.com/office/drawing/2014/main" id="{79C26035-B75E-0CB0-48E7-B4BF517762E9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774627" y="3930779"/>
            <a:ext cx="1130460" cy="15388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000" b="1">
                <a:solidFill>
                  <a:srgbClr val="000000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8" name="Holder 3">
            <a:extLst>
              <a:ext uri="{FF2B5EF4-FFF2-40B4-BE49-F238E27FC236}">
                <a16:creationId xmlns:a16="http://schemas.microsoft.com/office/drawing/2014/main" id="{4AB85464-13C4-52F5-58C8-F3B23FD2A4D6}"/>
              </a:ext>
            </a:extLst>
          </p:cNvPr>
          <p:cNvSpPr>
            <a:spLocks noGrp="1"/>
          </p:cNvSpPr>
          <p:nvPr>
            <p:ph type="body" idx="65" hasCustomPrompt="1"/>
          </p:nvPr>
        </p:nvSpPr>
        <p:spPr>
          <a:xfrm>
            <a:off x="2774627" y="4207721"/>
            <a:ext cx="1130461" cy="1249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ctr">
              <a:lnSpc>
                <a:spcPct val="110000"/>
              </a:lnSpc>
              <a:defRPr sz="8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 dirty="0"/>
              <a:t>Position</a:t>
            </a:r>
            <a:endParaRPr dirty="0"/>
          </a:p>
        </p:txBody>
      </p:sp>
      <p:sp>
        <p:nvSpPr>
          <p:cNvPr id="50" name="Picture Placeholder 4">
            <a:extLst>
              <a:ext uri="{FF2B5EF4-FFF2-40B4-BE49-F238E27FC236}">
                <a16:creationId xmlns:a16="http://schemas.microsoft.com/office/drawing/2014/main" id="{533C8ADE-E3B2-1826-1045-537B1D5DF980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2887964" y="2931360"/>
            <a:ext cx="914400" cy="9144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0">
            <a:extLst>
              <a:ext uri="{FF2B5EF4-FFF2-40B4-BE49-F238E27FC236}">
                <a16:creationId xmlns:a16="http://schemas.microsoft.com/office/drawing/2014/main" id="{49182AF8-2C01-C694-B7D7-348EE6DEDFC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093619" y="2213071"/>
            <a:ext cx="1130461" cy="15388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000" b="1">
                <a:solidFill>
                  <a:srgbClr val="000000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2" name="Holder 3">
            <a:extLst>
              <a:ext uri="{FF2B5EF4-FFF2-40B4-BE49-F238E27FC236}">
                <a16:creationId xmlns:a16="http://schemas.microsoft.com/office/drawing/2014/main" id="{CF2E9058-A503-EC31-B3B0-06AE72121A8D}"/>
              </a:ext>
            </a:extLst>
          </p:cNvPr>
          <p:cNvSpPr>
            <a:spLocks noGrp="1"/>
          </p:cNvSpPr>
          <p:nvPr>
            <p:ph type="body" idx="68" hasCustomPrompt="1"/>
          </p:nvPr>
        </p:nvSpPr>
        <p:spPr>
          <a:xfrm>
            <a:off x="5093620" y="2490013"/>
            <a:ext cx="1130461" cy="1249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ctr">
              <a:lnSpc>
                <a:spcPct val="110000"/>
              </a:lnSpc>
              <a:defRPr sz="8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 dirty="0"/>
              <a:t>Position</a:t>
            </a:r>
            <a:endParaRPr dirty="0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58211FC2-428E-3124-D37B-117DD42552D6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5206957" y="1213652"/>
            <a:ext cx="914400" cy="9144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0">
            <a:extLst>
              <a:ext uri="{FF2B5EF4-FFF2-40B4-BE49-F238E27FC236}">
                <a16:creationId xmlns:a16="http://schemas.microsoft.com/office/drawing/2014/main" id="{994C7786-91E5-CD16-A2F8-316786013011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5093620" y="3930780"/>
            <a:ext cx="1130460" cy="15388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000" b="1">
                <a:solidFill>
                  <a:srgbClr val="000000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5" name="Holder 3">
            <a:extLst>
              <a:ext uri="{FF2B5EF4-FFF2-40B4-BE49-F238E27FC236}">
                <a16:creationId xmlns:a16="http://schemas.microsoft.com/office/drawing/2014/main" id="{AAC1DD5B-F988-F0AC-3898-E3BF7747D0CD}"/>
              </a:ext>
            </a:extLst>
          </p:cNvPr>
          <p:cNvSpPr>
            <a:spLocks noGrp="1"/>
          </p:cNvSpPr>
          <p:nvPr>
            <p:ph type="body" idx="71" hasCustomPrompt="1"/>
          </p:nvPr>
        </p:nvSpPr>
        <p:spPr>
          <a:xfrm>
            <a:off x="5093620" y="4207722"/>
            <a:ext cx="1130461" cy="1249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ctr">
              <a:lnSpc>
                <a:spcPct val="110000"/>
              </a:lnSpc>
              <a:defRPr sz="8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 dirty="0"/>
              <a:t>Position</a:t>
            </a:r>
            <a:endParaRPr dirty="0"/>
          </a:p>
        </p:txBody>
      </p:sp>
      <p:sp>
        <p:nvSpPr>
          <p:cNvPr id="56" name="Picture Placeholder 4">
            <a:extLst>
              <a:ext uri="{FF2B5EF4-FFF2-40B4-BE49-F238E27FC236}">
                <a16:creationId xmlns:a16="http://schemas.microsoft.com/office/drawing/2014/main" id="{775B432F-F6A7-E5B2-2519-6C0AADF2CCB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5206957" y="2931361"/>
            <a:ext cx="914400" cy="9144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Text Placeholder 20">
            <a:extLst>
              <a:ext uri="{FF2B5EF4-FFF2-40B4-BE49-F238E27FC236}">
                <a16:creationId xmlns:a16="http://schemas.microsoft.com/office/drawing/2014/main" id="{E1E4C3B2-6E30-B2BA-7D08-F0165A88EC69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450319" y="2203644"/>
            <a:ext cx="1130461" cy="15388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000" b="1">
                <a:solidFill>
                  <a:srgbClr val="000000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8" name="Holder 3">
            <a:extLst>
              <a:ext uri="{FF2B5EF4-FFF2-40B4-BE49-F238E27FC236}">
                <a16:creationId xmlns:a16="http://schemas.microsoft.com/office/drawing/2014/main" id="{253A8A7B-8079-29B4-1C87-E71AD27B821E}"/>
              </a:ext>
            </a:extLst>
          </p:cNvPr>
          <p:cNvSpPr>
            <a:spLocks noGrp="1"/>
          </p:cNvSpPr>
          <p:nvPr>
            <p:ph type="body" idx="74" hasCustomPrompt="1"/>
          </p:nvPr>
        </p:nvSpPr>
        <p:spPr>
          <a:xfrm>
            <a:off x="7450320" y="2480586"/>
            <a:ext cx="1130461" cy="1249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ctr">
              <a:lnSpc>
                <a:spcPct val="110000"/>
              </a:lnSpc>
              <a:defRPr sz="8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 dirty="0"/>
              <a:t>Position</a:t>
            </a:r>
            <a:endParaRPr dirty="0"/>
          </a:p>
        </p:txBody>
      </p:sp>
      <p:sp>
        <p:nvSpPr>
          <p:cNvPr id="59" name="Picture Placeholder 4">
            <a:extLst>
              <a:ext uri="{FF2B5EF4-FFF2-40B4-BE49-F238E27FC236}">
                <a16:creationId xmlns:a16="http://schemas.microsoft.com/office/drawing/2014/main" id="{9388C5AD-3ECC-13D1-7C5E-2E77ECBB5586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7563657" y="1204225"/>
            <a:ext cx="914400" cy="9144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8135F63D-BF09-B00D-77FC-87DFF8EE9A1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450320" y="3921353"/>
            <a:ext cx="1130460" cy="15388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000" b="1">
                <a:solidFill>
                  <a:srgbClr val="000000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1" name="Holder 3">
            <a:extLst>
              <a:ext uri="{FF2B5EF4-FFF2-40B4-BE49-F238E27FC236}">
                <a16:creationId xmlns:a16="http://schemas.microsoft.com/office/drawing/2014/main" id="{EBBB5802-2E68-84EF-5A10-C8D5D33EF6AE}"/>
              </a:ext>
            </a:extLst>
          </p:cNvPr>
          <p:cNvSpPr>
            <a:spLocks noGrp="1"/>
          </p:cNvSpPr>
          <p:nvPr>
            <p:ph type="body" idx="77" hasCustomPrompt="1"/>
          </p:nvPr>
        </p:nvSpPr>
        <p:spPr>
          <a:xfrm>
            <a:off x="7450320" y="4198295"/>
            <a:ext cx="1130461" cy="1249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ctr">
              <a:lnSpc>
                <a:spcPct val="110000"/>
              </a:lnSpc>
              <a:defRPr sz="8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 dirty="0"/>
              <a:t>Position</a:t>
            </a:r>
            <a:endParaRPr dirty="0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C592073C-2D0E-86DF-E04C-421203592494}"/>
              </a:ext>
            </a:extLst>
          </p:cNvPr>
          <p:cNvSpPr>
            <a:spLocks noGrp="1"/>
          </p:cNvSpPr>
          <p:nvPr>
            <p:ph type="pic" sz="quarter" idx="78"/>
          </p:nvPr>
        </p:nvSpPr>
        <p:spPr>
          <a:xfrm>
            <a:off x="7563657" y="2921934"/>
            <a:ext cx="914400" cy="9144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Holder 6">
            <a:extLst>
              <a:ext uri="{FF2B5EF4-FFF2-40B4-BE49-F238E27FC236}">
                <a16:creationId xmlns:a16="http://schemas.microsoft.com/office/drawing/2014/main" id="{AC8D5F31-C1DC-0C31-0424-9D0BD0B2E06E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58A75B16-0A55-9BFB-D177-0C2BE004C2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1752" y="242118"/>
            <a:ext cx="3119979" cy="12311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lnSpc>
                <a:spcPct val="100000"/>
              </a:lnSpc>
              <a:defRPr sz="800" b="1" cap="all" spc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EYEBROW</a:t>
            </a:r>
          </a:p>
        </p:txBody>
      </p:sp>
    </p:spTree>
    <p:extLst>
      <p:ext uri="{BB962C8B-B14F-4D97-AF65-F5344CB8AC3E}">
        <p14:creationId xmlns:p14="http://schemas.microsoft.com/office/powerpoint/2010/main" val="186900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and pink gradient&#10;&#10;AI-generated content may be incorrect.">
            <a:extLst>
              <a:ext uri="{FF2B5EF4-FFF2-40B4-BE49-F238E27FC236}">
                <a16:creationId xmlns:a16="http://schemas.microsoft.com/office/drawing/2014/main" id="{2146A315-A403-CC65-713F-2C22F5C4CA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39900" y="0"/>
            <a:ext cx="7404100" cy="5143500"/>
          </a:xfrm>
          <a:prstGeom prst="rect">
            <a:avLst/>
          </a:prstGeom>
        </p:spPr>
      </p:pic>
      <p:sp>
        <p:nvSpPr>
          <p:cNvPr id="3" name="Holder 3"/>
          <p:cNvSpPr>
            <a:spLocks noGrp="1"/>
          </p:cNvSpPr>
          <p:nvPr>
            <p:ph type="body" idx="1" hasCustomPrompt="1"/>
          </p:nvPr>
        </p:nvSpPr>
        <p:spPr>
          <a:xfrm>
            <a:off x="612648" y="3886200"/>
            <a:ext cx="3775435" cy="15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10000"/>
              </a:lnSpc>
              <a:defRPr sz="10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800" y="1090353"/>
            <a:ext cx="7842422" cy="24392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74320" indent="-457200">
              <a:defRPr sz="4600" b="1" spc="-13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2" name="Holder 3">
            <a:extLst>
              <a:ext uri="{FF2B5EF4-FFF2-40B4-BE49-F238E27FC236}">
                <a16:creationId xmlns:a16="http://schemas.microsoft.com/office/drawing/2014/main" id="{60C36436-D6D9-7DF5-8F20-A7443313A271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2648" y="3639312"/>
            <a:ext cx="3775435" cy="2185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10000"/>
              </a:lnSpc>
              <a:defRPr sz="14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 dirty="0"/>
              <a:t>Click to add name</a:t>
            </a:r>
            <a:endParaRPr dirty="0"/>
          </a:p>
        </p:txBody>
      </p:sp>
      <p:pic>
        <p:nvPicPr>
          <p:cNvPr id="7" name="Picture 6" descr="A black and grey logo&#10;&#10;AI-generated content may be incorrect.">
            <a:extLst>
              <a:ext uri="{FF2B5EF4-FFF2-40B4-BE49-F238E27FC236}">
                <a16:creationId xmlns:a16="http://schemas.microsoft.com/office/drawing/2014/main" id="{30BBD60E-A036-B7AF-C6F1-B856F4ECCE8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4" name="Holder 6">
            <a:extLst>
              <a:ext uri="{FF2B5EF4-FFF2-40B4-BE49-F238E27FC236}">
                <a16:creationId xmlns:a16="http://schemas.microsoft.com/office/drawing/2014/main" id="{C76AB33A-59FB-DF00-11F6-EF72BA75CD42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ACA3B87-718F-98EF-AC9C-7A1C6F76E1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1752" y="242118"/>
            <a:ext cx="3119979" cy="12311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lnSpc>
                <a:spcPct val="100000"/>
              </a:lnSpc>
              <a:defRPr sz="800" b="1" cap="all" spc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EYEBROW</a:t>
            </a:r>
          </a:p>
        </p:txBody>
      </p:sp>
    </p:spTree>
    <p:extLst>
      <p:ext uri="{BB962C8B-B14F-4D97-AF65-F5344CB8AC3E}">
        <p14:creationId xmlns:p14="http://schemas.microsoft.com/office/powerpoint/2010/main" val="2199483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6">
            <a:extLst>
              <a:ext uri="{FF2B5EF4-FFF2-40B4-BE49-F238E27FC236}">
                <a16:creationId xmlns:a16="http://schemas.microsoft.com/office/drawing/2014/main" id="{8E3E648D-3815-8A19-88D3-EDE74FEFFA3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B4C530BB-19C6-B7AB-70A1-A0C26CBA04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678" y="4777740"/>
            <a:ext cx="995378" cy="365760"/>
          </a:xfrm>
          <a:prstGeom prst="rect">
            <a:avLst/>
          </a:prstGeom>
        </p:spPr>
      </p:pic>
      <p:sp>
        <p:nvSpPr>
          <p:cNvPr id="4" name="Holder 6">
            <a:extLst>
              <a:ext uri="{FF2B5EF4-FFF2-40B4-BE49-F238E27FC236}">
                <a16:creationId xmlns:a16="http://schemas.microsoft.com/office/drawing/2014/main" id="{C5FAC291-3F53-8AEB-D592-6329390466BB}"/>
              </a:ext>
            </a:extLst>
          </p:cNvPr>
          <p:cNvSpPr txBox="1">
            <a:spLocks/>
          </p:cNvSpPr>
          <p:nvPr userDrawn="1"/>
        </p:nvSpPr>
        <p:spPr>
          <a:xfrm>
            <a:off x="1510452" y="4910327"/>
            <a:ext cx="3657600" cy="12311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Holder 2">
            <a:extLst>
              <a:ext uri="{FF2B5EF4-FFF2-40B4-BE49-F238E27FC236}">
                <a16:creationId xmlns:a16="http://schemas.microsoft.com/office/drawing/2014/main" id="{AED6F0A2-BB0C-46AF-45DB-174034461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9518"/>
            <a:ext cx="8503920" cy="825279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200" b="1" spc="-8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2DA2F0D-98FA-5D11-E776-E6F2F2924C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1752" y="242118"/>
            <a:ext cx="3119979" cy="12311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lnSpc>
                <a:spcPct val="100000"/>
              </a:lnSpc>
              <a:defRPr sz="800" b="1" cap="all" spc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EYEBROW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5" r:id="rId2"/>
    <p:sldLayoutId id="2147483694" r:id="rId3"/>
    <p:sldLayoutId id="2147483696" r:id="rId4"/>
    <p:sldLayoutId id="2147483697" r:id="rId5"/>
    <p:sldLayoutId id="2147483669" r:id="rId6"/>
    <p:sldLayoutId id="2147483699" r:id="rId7"/>
    <p:sldLayoutId id="2147483700" r:id="rId8"/>
    <p:sldLayoutId id="2147483701" r:id="rId9"/>
    <p:sldLayoutId id="2147483702" r:id="rId10"/>
    <p:sldLayoutId id="2147483671" r:id="rId11"/>
    <p:sldLayoutId id="2147483672" r:id="rId12"/>
    <p:sldLayoutId id="2147483704" r:id="rId13"/>
    <p:sldLayoutId id="2147483703" r:id="rId14"/>
    <p:sldLayoutId id="2147483705" r:id="rId15"/>
    <p:sldLayoutId id="2147483673" r:id="rId16"/>
    <p:sldLayoutId id="2147483674" r:id="rId17"/>
    <p:sldLayoutId id="2147483675" r:id="rId18"/>
    <p:sldLayoutId id="2147483706" r:id="rId19"/>
    <p:sldLayoutId id="2147483707" r:id="rId20"/>
    <p:sldLayoutId id="2147483684" r:id="rId21"/>
    <p:sldLayoutId id="2147483688" r:id="rId22"/>
    <p:sldLayoutId id="2147483689" r:id="rId23"/>
    <p:sldLayoutId id="2147483690" r:id="rId24"/>
    <p:sldLayoutId id="2147483691" r:id="rId25"/>
    <p:sldLayoutId id="2147483692" r:id="rId26"/>
    <p:sldLayoutId id="2147483677" r:id="rId27"/>
    <p:sldLayoutId id="2147483708" r:id="rId28"/>
    <p:sldLayoutId id="2147483709" r:id="rId29"/>
    <p:sldLayoutId id="2147483710" r:id="rId30"/>
    <p:sldLayoutId id="2147483686" r:id="rId31"/>
    <p:sldLayoutId id="2147483711" r:id="rId32"/>
    <p:sldLayoutId id="2147483712" r:id="rId33"/>
    <p:sldLayoutId id="2147483713" r:id="rId34"/>
    <p:sldLayoutId id="2147483681" r:id="rId35"/>
    <p:sldLayoutId id="2147483680" r:id="rId36"/>
    <p:sldLayoutId id="2147483665" r:id="rId37"/>
  </p:sldLayoutIdLst>
  <p:hf hdr="0" ftr="0" dt="0"/>
  <p:txStyles>
    <p:titleStyle>
      <a:lvl1pPr eaLnBrk="1" hangingPunct="1">
        <a:defRPr>
          <a:solidFill>
            <a:srgbClr val="000000"/>
          </a:solidFill>
          <a:latin typeface="+mn-lt"/>
          <a:ea typeface="+mj-ea"/>
          <a:cs typeface="+mj-cs"/>
        </a:defRPr>
      </a:lvl1pPr>
    </p:titleStyle>
    <p:bodyStyle>
      <a:lvl1pPr marL="0" eaLnBrk="1" hangingPunct="1">
        <a:defRPr>
          <a:solidFill>
            <a:srgbClr val="000000"/>
          </a:solidFill>
          <a:latin typeface="+mn-lt"/>
          <a:ea typeface="+mn-ea"/>
          <a:cs typeface="+mn-cs"/>
        </a:defRPr>
      </a:lvl1pPr>
      <a:lvl2pPr marL="207935" eaLnBrk="1" hangingPunct="1">
        <a:defRPr>
          <a:latin typeface="+mn-lt"/>
          <a:ea typeface="+mn-ea"/>
          <a:cs typeface="+mn-cs"/>
        </a:defRPr>
      </a:lvl2pPr>
      <a:lvl3pPr marL="415869" eaLnBrk="1" hangingPunct="1">
        <a:defRPr>
          <a:latin typeface="+mn-lt"/>
          <a:ea typeface="+mn-ea"/>
          <a:cs typeface="+mn-cs"/>
        </a:defRPr>
      </a:lvl3pPr>
      <a:lvl4pPr marL="623804" eaLnBrk="1" hangingPunct="1">
        <a:defRPr>
          <a:latin typeface="+mn-lt"/>
          <a:ea typeface="+mn-ea"/>
          <a:cs typeface="+mn-cs"/>
        </a:defRPr>
      </a:lvl4pPr>
      <a:lvl5pPr marL="831738" eaLnBrk="1" hangingPunct="1">
        <a:defRPr>
          <a:latin typeface="+mn-lt"/>
          <a:ea typeface="+mn-ea"/>
          <a:cs typeface="+mn-cs"/>
        </a:defRPr>
      </a:lvl5pPr>
      <a:lvl6pPr marL="1039673" eaLnBrk="1" hangingPunct="1">
        <a:defRPr>
          <a:latin typeface="+mn-lt"/>
          <a:ea typeface="+mn-ea"/>
          <a:cs typeface="+mn-cs"/>
        </a:defRPr>
      </a:lvl6pPr>
      <a:lvl7pPr marL="1247607" eaLnBrk="1" hangingPunct="1">
        <a:defRPr>
          <a:latin typeface="+mn-lt"/>
          <a:ea typeface="+mn-ea"/>
          <a:cs typeface="+mn-cs"/>
        </a:defRPr>
      </a:lvl7pPr>
      <a:lvl8pPr marL="1455542" eaLnBrk="1" hangingPunct="1">
        <a:defRPr>
          <a:latin typeface="+mn-lt"/>
          <a:ea typeface="+mn-ea"/>
          <a:cs typeface="+mn-cs"/>
        </a:defRPr>
      </a:lvl8pPr>
      <a:lvl9pPr marL="1663476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07935" eaLnBrk="1" hangingPunct="1">
        <a:defRPr>
          <a:latin typeface="+mn-lt"/>
          <a:ea typeface="+mn-ea"/>
          <a:cs typeface="+mn-cs"/>
        </a:defRPr>
      </a:lvl2pPr>
      <a:lvl3pPr marL="415869" eaLnBrk="1" hangingPunct="1">
        <a:defRPr>
          <a:latin typeface="+mn-lt"/>
          <a:ea typeface="+mn-ea"/>
          <a:cs typeface="+mn-cs"/>
        </a:defRPr>
      </a:lvl3pPr>
      <a:lvl4pPr marL="623804" eaLnBrk="1" hangingPunct="1">
        <a:defRPr>
          <a:latin typeface="+mn-lt"/>
          <a:ea typeface="+mn-ea"/>
          <a:cs typeface="+mn-cs"/>
        </a:defRPr>
      </a:lvl4pPr>
      <a:lvl5pPr marL="831738" eaLnBrk="1" hangingPunct="1">
        <a:defRPr>
          <a:latin typeface="+mn-lt"/>
          <a:ea typeface="+mn-ea"/>
          <a:cs typeface="+mn-cs"/>
        </a:defRPr>
      </a:lvl5pPr>
      <a:lvl6pPr marL="1039673" eaLnBrk="1" hangingPunct="1">
        <a:defRPr>
          <a:latin typeface="+mn-lt"/>
          <a:ea typeface="+mn-ea"/>
          <a:cs typeface="+mn-cs"/>
        </a:defRPr>
      </a:lvl6pPr>
      <a:lvl7pPr marL="1247607" eaLnBrk="1" hangingPunct="1">
        <a:defRPr>
          <a:latin typeface="+mn-lt"/>
          <a:ea typeface="+mn-ea"/>
          <a:cs typeface="+mn-cs"/>
        </a:defRPr>
      </a:lvl7pPr>
      <a:lvl8pPr marL="1455542" eaLnBrk="1" hangingPunct="1">
        <a:defRPr>
          <a:latin typeface="+mn-lt"/>
          <a:ea typeface="+mn-ea"/>
          <a:cs typeface="+mn-cs"/>
        </a:defRPr>
      </a:lvl8pPr>
      <a:lvl9pPr marL="1663476" eaLnBrk="1" hangingPunct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5568" userDrawn="1">
          <p15:clr>
            <a:srgbClr val="F26B43"/>
          </p15:clr>
        </p15:guide>
        <p15:guide id="4" pos="192" userDrawn="1">
          <p15:clr>
            <a:srgbClr val="F26B43"/>
          </p15:clr>
        </p15:guide>
        <p15:guide id="5" orient="horz" pos="84" userDrawn="1">
          <p15:clr>
            <a:srgbClr val="F26B43"/>
          </p15:clr>
        </p15:guide>
        <p15:guide id="6" orient="horz" pos="3156" userDrawn="1">
          <p15:clr>
            <a:srgbClr val="F26B43"/>
          </p15:clr>
        </p15:guide>
        <p15:guide id="7" orient="horz" pos="204" userDrawn="1">
          <p15:clr>
            <a:srgbClr val="F26B43"/>
          </p15:clr>
        </p15:guide>
        <p15:guide id="8" orient="horz" pos="30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hyperlink" Target="mailto:john.miner@bluemeta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249rp7xy" TargetMode="External"/><Relationship Id="rId2" Type="http://schemas.openxmlformats.org/officeDocument/2006/relationships/hyperlink" Target="https://tinyurl.com/49tn4j6c" TargetMode="Externa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s://tinyurl.com/4dz7yanu" TargetMode="External"/><Relationship Id="rId5" Type="http://schemas.openxmlformats.org/officeDocument/2006/relationships/hyperlink" Target="https://tinyurl.com/wvntzvkw" TargetMode="External"/><Relationship Id="rId4" Type="http://schemas.openxmlformats.org/officeDocument/2006/relationships/hyperlink" Target="https://tinyurl.com/yck8n9h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4E7CE-2F78-D4E9-9942-1EC2BDF05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771" y="1181880"/>
            <a:ext cx="5297505" cy="1389870"/>
          </a:xfrm>
        </p:spPr>
        <p:txBody>
          <a:bodyPr/>
          <a:lstStyle/>
          <a:p>
            <a:r>
              <a:rPr lang="en-US" sz="4000" dirty="0"/>
              <a:t>Many ways to </a:t>
            </a:r>
            <a:br>
              <a:rPr lang="en-US" sz="4000" dirty="0"/>
            </a:br>
            <a:r>
              <a:rPr lang="en-US" sz="4000" dirty="0"/>
              <a:t>track changes </a:t>
            </a:r>
            <a:br>
              <a:rPr lang="en-US" sz="4000" dirty="0"/>
            </a:br>
            <a:r>
              <a:rPr lang="en-US" sz="4000" dirty="0"/>
              <a:t>in SQL Server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322EC16-F5E7-2641-3507-FA1F6CB18883}"/>
              </a:ext>
            </a:extLst>
          </p:cNvPr>
          <p:cNvSpPr txBox="1">
            <a:spLocks/>
          </p:cNvSpPr>
          <p:nvPr/>
        </p:nvSpPr>
        <p:spPr>
          <a:xfrm>
            <a:off x="363854" y="3617800"/>
            <a:ext cx="2480946" cy="7751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eaLnBrk="1" hangingPunct="1">
              <a:buNone/>
              <a:defRPr sz="1800" b="0" i="0" spc="0" baseline="0">
                <a:solidFill>
                  <a:srgbClr val="000000"/>
                </a:solidFill>
                <a:latin typeface="+mn-lt"/>
                <a:ea typeface="+mn-ea"/>
                <a:cs typeface="Verdana"/>
              </a:defRPr>
            </a:lvl1pPr>
            <a:lvl2pPr marL="457200" indent="0" algn="ctr" eaLnBrk="1" hangingPunct="1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eaLnBrk="1" hangingPunct="1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eaLnBrk="1" hangingPunct="1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eaLnBrk="1" hangingPunct="1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eaLnBrk="1" hangingPunct="1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eaLnBrk="1" hangingPunct="1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eaLnBrk="1" hangingPunct="1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eaLnBrk="1" hangingPunct="1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John Miner</a:t>
            </a:r>
            <a:br>
              <a:rPr lang="en-US" sz="1400" dirty="0"/>
            </a:br>
            <a:r>
              <a:rPr lang="en-US" sz="1400" dirty="0"/>
              <a:t>Data Architect</a:t>
            </a:r>
          </a:p>
          <a:p>
            <a:r>
              <a:rPr lang="en-US" sz="1400" dirty="0">
                <a:hlinkClick r:id="rId2"/>
              </a:rPr>
              <a:t>john.miner@insight.com</a:t>
            </a:r>
            <a:endParaRPr lang="en-US" sz="14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FC2914-6C81-5DF1-0D44-D001011EE0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081" y="3617800"/>
            <a:ext cx="1102430" cy="44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571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4A63C4-1635-ABBC-5649-988E91AA6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6423"/>
            <a:ext cx="7106194" cy="975360"/>
          </a:xfrm>
        </p:spPr>
        <p:txBody>
          <a:bodyPr anchor="ctr">
            <a:norm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7E43EA-0CCC-CB80-ABBC-F4935FB0B09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44536B6-32C2-4B1A-CAA8-C5360D4656B1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29859436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681576" y="1201784"/>
          <a:ext cx="6352642" cy="3560100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944453">
                  <a:extLst>
                    <a:ext uri="{9D8B030D-6E8A-4147-A177-3AD203B41FA5}">
                      <a16:colId xmlns:a16="http://schemas.microsoft.com/office/drawing/2014/main" val="788049795"/>
                    </a:ext>
                  </a:extLst>
                </a:gridCol>
                <a:gridCol w="4408189">
                  <a:extLst>
                    <a:ext uri="{9D8B030D-6E8A-4147-A177-3AD203B41FA5}">
                      <a16:colId xmlns:a16="http://schemas.microsoft.com/office/drawing/2014/main" val="3996497836"/>
                    </a:ext>
                  </a:extLst>
                </a:gridCol>
              </a:tblGrid>
              <a:tr h="579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cap="none" spc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06175" marR="106175" marT="106175" marB="1061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cap="none" spc="0" dirty="0">
                          <a:solidFill>
                            <a:schemeClr val="tx1"/>
                          </a:solidFill>
                        </a:rPr>
                        <a:t>Overview</a:t>
                      </a:r>
                    </a:p>
                  </a:txBody>
                  <a:tcPr marL="106175" marR="106175" marT="106175" marB="1061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066635"/>
                  </a:ext>
                </a:extLst>
              </a:tr>
              <a:tr h="579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cap="none" spc="0" dirty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06175" marR="106175" marT="106175" marB="1061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cap="none" spc="0" dirty="0">
                          <a:solidFill>
                            <a:schemeClr val="tx1"/>
                          </a:solidFill>
                        </a:rPr>
                        <a:t>Table Triggers</a:t>
                      </a:r>
                    </a:p>
                  </a:txBody>
                  <a:tcPr marL="106175" marR="106175" marT="106175" marB="1061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6739856"/>
                  </a:ext>
                </a:extLst>
              </a:tr>
              <a:tr h="579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cap="none" spc="0" dirty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06175" marR="106175" marT="106175" marB="1061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cap="none" spc="0" dirty="0">
                          <a:solidFill>
                            <a:schemeClr val="tx1"/>
                          </a:solidFill>
                        </a:rPr>
                        <a:t>SQL Audit</a:t>
                      </a:r>
                    </a:p>
                  </a:txBody>
                  <a:tcPr marL="106175" marR="106175" marT="106175" marB="1061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521710"/>
                  </a:ext>
                </a:extLst>
              </a:tr>
              <a:tr h="579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cap="none" spc="0" dirty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06175" marR="106175" marT="106175" marB="1061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cap="none" spc="0" dirty="0">
                          <a:solidFill>
                            <a:schemeClr val="tx1"/>
                          </a:solidFill>
                        </a:rPr>
                        <a:t>Change Data Capture</a:t>
                      </a:r>
                    </a:p>
                  </a:txBody>
                  <a:tcPr marL="106175" marR="106175" marT="106175" marB="1061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78218"/>
                  </a:ext>
                </a:extLst>
              </a:tr>
              <a:tr h="579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cap="none" spc="0">
                          <a:solidFill>
                            <a:schemeClr val="accent1"/>
                          </a:solidFill>
                        </a:rPr>
                        <a:t>05</a:t>
                      </a:r>
                    </a:p>
                  </a:txBody>
                  <a:tcPr marL="106175" marR="106175" marT="106175" marB="1061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cap="none" spc="0" dirty="0">
                          <a:solidFill>
                            <a:schemeClr val="tx1"/>
                          </a:solidFill>
                        </a:rPr>
                        <a:t>Change Table Tracking</a:t>
                      </a:r>
                    </a:p>
                  </a:txBody>
                  <a:tcPr marL="106175" marR="106175" marT="106175" marB="1061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112560"/>
                  </a:ext>
                </a:extLst>
              </a:tr>
              <a:tr h="579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cap="none" spc="0" dirty="0">
                          <a:solidFill>
                            <a:schemeClr val="accent1"/>
                          </a:solidFill>
                        </a:rPr>
                        <a:t>06</a:t>
                      </a:r>
                    </a:p>
                  </a:txBody>
                  <a:tcPr marL="106175" marR="106175" marT="106175" marB="1061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cap="none" spc="0" dirty="0">
                          <a:solidFill>
                            <a:schemeClr val="tx1"/>
                          </a:solidFill>
                        </a:rPr>
                        <a:t>Change Stream</a:t>
                      </a:r>
                    </a:p>
                  </a:txBody>
                  <a:tcPr marL="106175" marR="106175" marT="106175" marB="1061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339730"/>
                  </a:ext>
                </a:extLst>
              </a:tr>
            </a:tbl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3F5FEFD-B3AE-B1C8-DC56-D1C1E439DA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8402304"/>
              </p:ext>
            </p:extLst>
          </p:nvPr>
        </p:nvGraphicFramePr>
        <p:xfrm>
          <a:off x="98425" y="98425"/>
          <a:ext cx="84613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845926" imgH="518081" progId="Package">
                  <p:embed/>
                </p:oleObj>
              </mc:Choice>
              <mc:Fallback>
                <p:oleObj name="Packager Shell Object" showAsIcon="1" r:id="rId2" imgW="845926" imgH="51808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425" y="98425"/>
                        <a:ext cx="846138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5828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D4DF3-E069-7178-AD7A-67EA05C28C2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5BF3E8-B5CD-1BC4-14DF-64F224C9398C}"/>
              </a:ext>
            </a:extLst>
          </p:cNvPr>
          <p:cNvSpPr>
            <a:spLocks noGrp="1"/>
          </p:cNvSpPr>
          <p:nvPr>
            <p:ph sz="quarter" idx="10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304800" y="1484763"/>
            <a:ext cx="7106194" cy="309086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Some industries are more regulated and have stricter compliance regulations than others.  </a:t>
            </a:r>
          </a:p>
          <a:p>
            <a:pPr>
              <a:lnSpc>
                <a:spcPct val="110000"/>
              </a:lnSpc>
            </a:pPr>
            <a:endParaRPr lang="en-US" sz="14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The business requirement to provide an </a:t>
            </a:r>
            <a:r>
              <a:rPr lang="en-US" sz="14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audit trail </a:t>
            </a: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to a compliance officer when a security issue arises is “table stakes” in most organizations.</a:t>
            </a:r>
          </a:p>
          <a:p>
            <a:pPr>
              <a:lnSpc>
                <a:spcPct val="110000"/>
              </a:lnSpc>
            </a:pPr>
            <a:endParaRPr lang="en-US" sz="14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For large data sets, </a:t>
            </a:r>
            <a:r>
              <a:rPr lang="en-US" sz="14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capturing changes </a:t>
            </a: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for an incremental load eliminates the need for a full load every day.</a:t>
            </a:r>
          </a:p>
          <a:p>
            <a:pPr>
              <a:lnSpc>
                <a:spcPct val="110000"/>
              </a:lnSpc>
            </a:pPr>
            <a:endParaRPr lang="en-US" sz="14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Today, we are going to review the many ways to audit and capture changes.</a:t>
            </a:r>
          </a:p>
          <a:p>
            <a:pPr>
              <a:lnSpc>
                <a:spcPct val="110000"/>
              </a:lnSpc>
            </a:pPr>
            <a:endParaRPr lang="en-US" sz="14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endParaRPr lang="en-US" sz="14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71F894-E661-75FD-C8F0-B8394D7C9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26423"/>
            <a:ext cx="7010401" cy="975360"/>
          </a:xfrm>
        </p:spPr>
        <p:txBody>
          <a:bodyPr anchor="ctr">
            <a:normAutofit/>
          </a:bodyPr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529957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5F337-A50F-7407-38FF-8CC4BC5B1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4D0A5-583C-D05C-61AF-5E906D2C83F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ACC3CD-D1CA-82BC-55B4-2E26F93E7D11}"/>
              </a:ext>
            </a:extLst>
          </p:cNvPr>
          <p:cNvSpPr>
            <a:spLocks noGrp="1"/>
          </p:cNvSpPr>
          <p:nvPr>
            <p:ph sz="quarter" idx="10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304800" y="1484763"/>
            <a:ext cx="7106194" cy="309086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endParaRPr lang="en-US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>
              <a:buFont typeface="Arial" panose="020B0604020202020204" pitchFamily="34" charset="0"/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5D1DC1-C115-DAB6-D6D1-2210A350E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26423"/>
            <a:ext cx="7010401" cy="975360"/>
          </a:xfrm>
        </p:spPr>
        <p:txBody>
          <a:bodyPr anchor="ctr">
            <a:normAutofit/>
          </a:bodyPr>
          <a:lstStyle/>
          <a:p>
            <a:r>
              <a:rPr lang="en-US" dirty="0"/>
              <a:t>Emergency Room (HIPPA) Schema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E7D68A-3231-3065-BC80-7E55CA16D342}"/>
              </a:ext>
            </a:extLst>
          </p:cNvPr>
          <p:cNvSpPr txBox="1"/>
          <p:nvPr/>
        </p:nvSpPr>
        <p:spPr>
          <a:xfrm>
            <a:off x="199506" y="1556498"/>
            <a:ext cx="2502130" cy="2121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rPr>
              <a:t>We have taken the worst doctors in the world and placed them into this ER department.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kern="1200" dirty="0">
              <a:solidFill>
                <a:srgbClr val="000000"/>
              </a:solidFill>
              <a:latin typeface="+mj-lt"/>
              <a:ea typeface="+mn-ea"/>
              <a:cs typeface="Biome Light" panose="020B0303030204020804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rPr>
              <a:t>Patients come to see the doctors.  Hopefully, this is not their last stop in life!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4EDB8D-6880-3D0E-1441-8C35ADFB6C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338" y="1484763"/>
            <a:ext cx="5317947" cy="290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189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D4DF3-E069-7178-AD7A-67EA05C28C2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5BF3E8-B5CD-1BC4-14DF-64F224C9398C}"/>
              </a:ext>
            </a:extLst>
          </p:cNvPr>
          <p:cNvSpPr>
            <a:spLocks noGrp="1"/>
          </p:cNvSpPr>
          <p:nvPr>
            <p:ph sz="quarter" idx="10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304800" y="1484763"/>
            <a:ext cx="7106194" cy="3090862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 dirty="0">
                <a:latin typeface="+mj-lt"/>
              </a:rPr>
              <a:t>Technology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Triggers can be defined at both the server and database levels.  These triggers can capture changes as an XML record set that can be stored for future use.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 dirty="0">
                <a:latin typeface="+mj-lt"/>
              </a:rPr>
              <a:t>Benefits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The XML format allows for schema drift.  The reversal of insert, update, or delete actions can be achieve by finding these records in a table.</a:t>
            </a:r>
          </a:p>
          <a:p>
            <a:pPr>
              <a:spcBef>
                <a:spcPts val="2500"/>
              </a:spcBef>
            </a:pPr>
            <a:r>
              <a:rPr lang="en-US" sz="1400" b="1" dirty="0">
                <a:latin typeface="+mj-lt"/>
              </a:rPr>
              <a:t>Drawbacks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We can not determine if any end users selected data from a given table.  This is important for HIPPA regulations.  *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71F894-E661-75FD-C8F0-B8394D7C9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26423"/>
            <a:ext cx="7010401" cy="975360"/>
          </a:xfrm>
        </p:spPr>
        <p:txBody>
          <a:bodyPr anchor="ctr">
            <a:normAutofit/>
          </a:bodyPr>
          <a:lstStyle/>
          <a:p>
            <a:r>
              <a:rPr lang="en-US" dirty="0"/>
              <a:t>Table Triggers</a:t>
            </a:r>
          </a:p>
        </p:txBody>
      </p:sp>
    </p:spTree>
    <p:extLst>
      <p:ext uri="{BB962C8B-B14F-4D97-AF65-F5344CB8AC3E}">
        <p14:creationId xmlns:p14="http://schemas.microsoft.com/office/powerpoint/2010/main" val="3385350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B7C5F-6A18-EA2B-386B-7C5539B9C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BB740-8E3A-34AD-148A-9470D3D802A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1A9167-FDAB-6568-7958-C6B430F37ABD}"/>
              </a:ext>
            </a:extLst>
          </p:cNvPr>
          <p:cNvSpPr>
            <a:spLocks noGrp="1"/>
          </p:cNvSpPr>
          <p:nvPr>
            <p:ph sz="quarter" idx="10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304800" y="1484763"/>
            <a:ext cx="7106194" cy="3090862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 dirty="0">
                <a:latin typeface="+mj-lt"/>
              </a:rPr>
              <a:t>Technology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Built into SQL Server is the ability to create an </a:t>
            </a:r>
            <a:r>
              <a:rPr lang="en-US" sz="14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AUDIT</a:t>
            </a: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– where to store files and a </a:t>
            </a:r>
            <a:r>
              <a:rPr lang="en-US" sz="14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SPECIFICATION</a:t>
            </a: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– which actions to monitor.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 dirty="0">
                <a:latin typeface="+mj-lt"/>
              </a:rPr>
              <a:t>Benefits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The audit log can be viewed using a system stored procedure.  All actions can be monitored.</a:t>
            </a:r>
          </a:p>
          <a:p>
            <a:pPr>
              <a:spcBef>
                <a:spcPts val="2500"/>
              </a:spcBef>
            </a:pPr>
            <a:r>
              <a:rPr lang="en-US" sz="1400" b="1" dirty="0">
                <a:latin typeface="+mj-lt"/>
              </a:rPr>
              <a:t>Drawbacks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The data from of the insert, update, and delete actions is not captured.  Therefore, we can not roll back changes.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CD8741-9947-6497-E2D4-02578054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26423"/>
            <a:ext cx="7010401" cy="975360"/>
          </a:xfrm>
        </p:spPr>
        <p:txBody>
          <a:bodyPr anchor="ctr">
            <a:normAutofit/>
          </a:bodyPr>
          <a:lstStyle/>
          <a:p>
            <a:r>
              <a:rPr lang="en-US" dirty="0"/>
              <a:t>SQL Server Audit</a:t>
            </a:r>
          </a:p>
        </p:txBody>
      </p:sp>
    </p:spTree>
    <p:extLst>
      <p:ext uri="{BB962C8B-B14F-4D97-AF65-F5344CB8AC3E}">
        <p14:creationId xmlns:p14="http://schemas.microsoft.com/office/powerpoint/2010/main" val="2809534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83A82-47EF-09F9-EF52-4A153C3AE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23C4B-FA78-FF14-1310-32432354D0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9828BD-F218-84C7-1198-4332B2BFED7F}"/>
              </a:ext>
            </a:extLst>
          </p:cNvPr>
          <p:cNvSpPr>
            <a:spLocks noGrp="1"/>
          </p:cNvSpPr>
          <p:nvPr>
            <p:ph sz="quarter" idx="10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304800" y="1484763"/>
            <a:ext cx="7106194" cy="309086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endParaRPr lang="en-US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>
              <a:buFont typeface="Arial" panose="020B0604020202020204" pitchFamily="34" charset="0"/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03B83B-BB42-92FF-0248-957EE5B24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26423"/>
            <a:ext cx="7010401" cy="975360"/>
          </a:xfrm>
        </p:spPr>
        <p:txBody>
          <a:bodyPr anchor="ctr">
            <a:normAutofit/>
          </a:bodyPr>
          <a:lstStyle/>
          <a:p>
            <a:r>
              <a:rPr lang="en-US" dirty="0"/>
              <a:t>Architecture Diagram – SQL Server Audit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1226DE-865E-9E13-A371-CF2F4C6A60ED}"/>
              </a:ext>
            </a:extLst>
          </p:cNvPr>
          <p:cNvSpPr txBox="1"/>
          <p:nvPr/>
        </p:nvSpPr>
        <p:spPr>
          <a:xfrm>
            <a:off x="199505" y="1556498"/>
            <a:ext cx="3266901" cy="2599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kern="1200" dirty="0">
                <a:solidFill>
                  <a:srgbClr val="000000"/>
                </a:solidFill>
                <a:latin typeface="+mj-lt"/>
                <a:ea typeface="+mn-ea"/>
                <a:cs typeface="Biome Light" panose="020B0303030204020804" pitchFamily="34" charset="0"/>
              </a:rPr>
              <a:t>There are many target locations for a SQL Server Audit.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Biome Light" panose="020B0303030204020804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kern="1200" dirty="0">
                <a:solidFill>
                  <a:srgbClr val="000000"/>
                </a:solidFill>
                <a:latin typeface="+mj-lt"/>
                <a:ea typeface="+mn-ea"/>
                <a:cs typeface="Biome Light" panose="020B0303030204020804" pitchFamily="34" charset="0"/>
              </a:rPr>
              <a:t>Please check the documentation for your database version (on-premises or in-cloud).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Biome Light" panose="020B0303030204020804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kern="1200" dirty="0">
                <a:solidFill>
                  <a:srgbClr val="000000"/>
                </a:solidFill>
                <a:latin typeface="+mj-lt"/>
                <a:ea typeface="+mn-ea"/>
                <a:cs typeface="Biome Light" panose="020B0303030204020804" pitchFamily="34" charset="0"/>
              </a:rPr>
              <a:t>This feature was introduced in 2008.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Biome Light" panose="020B0303030204020804" pitchFamily="34" charset="0"/>
            </a:endParaRPr>
          </a:p>
        </p:txBody>
      </p:sp>
      <p:sp>
        <p:nvSpPr>
          <p:cNvPr id="5" name="AutoShape 2" descr="What Is Microsoft SQL Server Audit Trail &amp; How It Works">
            <a:extLst>
              <a:ext uri="{FF2B5EF4-FFF2-40B4-BE49-F238E27FC236}">
                <a16:creationId xmlns:a16="http://schemas.microsoft.com/office/drawing/2014/main" id="{9522EAB2-A103-A0A9-7600-A9B376CEA2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911F8E-AD7D-3AB7-6C4C-BDE1E490A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971" y="1344520"/>
            <a:ext cx="3101235" cy="309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584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1499-CCE2-DDF3-1E79-2E929FC32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E42F2-A4C5-0B07-7730-1663106AD76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602480-2C0C-B694-A4F7-8944B165E15A}"/>
              </a:ext>
            </a:extLst>
          </p:cNvPr>
          <p:cNvSpPr>
            <a:spLocks noGrp="1"/>
          </p:cNvSpPr>
          <p:nvPr>
            <p:ph sz="quarter" idx="10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304800" y="1484763"/>
            <a:ext cx="7106194" cy="30908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 dirty="0">
                <a:latin typeface="+mj-lt"/>
              </a:rPr>
              <a:t>Technology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Enable tracking at both the database and table level.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 dirty="0">
                <a:latin typeface="+mj-lt"/>
              </a:rPr>
              <a:t>Benefits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Does capture changes in system tables.</a:t>
            </a:r>
          </a:p>
          <a:p>
            <a:pPr>
              <a:spcBef>
                <a:spcPts val="2500"/>
              </a:spcBef>
            </a:pPr>
            <a:r>
              <a:rPr lang="en-US" sz="1400" b="1" dirty="0">
                <a:latin typeface="+mj-lt"/>
              </a:rPr>
              <a:t>Drawbacks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Does not handle schema drift.  Unable to track viewers.  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FC9759-E7FF-144B-DD42-1A4AFC636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26423"/>
            <a:ext cx="7010401" cy="975360"/>
          </a:xfrm>
        </p:spPr>
        <p:txBody>
          <a:bodyPr anchor="ctr">
            <a:normAutofit/>
          </a:bodyPr>
          <a:lstStyle/>
          <a:p>
            <a:r>
              <a:rPr lang="en-US" dirty="0"/>
              <a:t>Change Data Capture</a:t>
            </a:r>
          </a:p>
        </p:txBody>
      </p:sp>
    </p:spTree>
    <p:extLst>
      <p:ext uri="{BB962C8B-B14F-4D97-AF65-F5344CB8AC3E}">
        <p14:creationId xmlns:p14="http://schemas.microsoft.com/office/powerpoint/2010/main" val="252519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7330C-0AB0-E8C0-222C-BB2CE5633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C3306-2A93-13BA-6453-4FE55A5222B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6D9605-4BE4-3D20-B227-9D5031EF3E83}"/>
              </a:ext>
            </a:extLst>
          </p:cNvPr>
          <p:cNvSpPr>
            <a:spLocks noGrp="1"/>
          </p:cNvSpPr>
          <p:nvPr>
            <p:ph sz="quarter" idx="10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304800" y="1484763"/>
            <a:ext cx="7106194" cy="309086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endParaRPr lang="en-US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>
              <a:buFont typeface="Arial" panose="020B0604020202020204" pitchFamily="34" charset="0"/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4D8E15-5B7A-57D0-4834-0FDB8CA75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26423"/>
            <a:ext cx="7010401" cy="975360"/>
          </a:xfrm>
        </p:spPr>
        <p:txBody>
          <a:bodyPr anchor="ctr">
            <a:normAutofit/>
          </a:bodyPr>
          <a:lstStyle/>
          <a:p>
            <a:r>
              <a:rPr lang="en-US" dirty="0"/>
              <a:t>Architecture Diagram – CDC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89D2AF-F094-6D19-6F6B-931406AD2F62}"/>
              </a:ext>
            </a:extLst>
          </p:cNvPr>
          <p:cNvSpPr txBox="1"/>
          <p:nvPr/>
        </p:nvSpPr>
        <p:spPr>
          <a:xfrm>
            <a:off x="199505" y="1556498"/>
            <a:ext cx="3266901" cy="2599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kern="1200" dirty="0">
                <a:solidFill>
                  <a:srgbClr val="000000"/>
                </a:solidFill>
                <a:latin typeface="+mj-lt"/>
                <a:ea typeface="+mn-ea"/>
                <a:cs typeface="Biome Light" panose="020B0303030204020804" pitchFamily="34" charset="0"/>
              </a:rPr>
              <a:t>SQL Agent must be active for this technology to work.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Biome Light" panose="020B0303030204020804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kern="1200" dirty="0">
                <a:solidFill>
                  <a:srgbClr val="000000"/>
                </a:solidFill>
                <a:latin typeface="+mj-lt"/>
                <a:ea typeface="+mn-ea"/>
                <a:cs typeface="Biome Light" panose="020B0303030204020804" pitchFamily="34" charset="0"/>
              </a:rPr>
              <a:t>Since it is a scheduled job, the flow of data from source to CDC tables may take some time.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Biome Light" panose="020B0303030204020804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kern="1200" dirty="0">
                <a:solidFill>
                  <a:srgbClr val="000000"/>
                </a:solidFill>
                <a:latin typeface="+mj-lt"/>
                <a:ea typeface="+mn-ea"/>
                <a:cs typeface="Biome Light" panose="020B0303030204020804" pitchFamily="34" charset="0"/>
              </a:rPr>
              <a:t>This feature has been available since version 2008.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Biome Light" panose="020B0303030204020804" pitchFamily="34" charset="0"/>
            </a:endParaRPr>
          </a:p>
        </p:txBody>
      </p:sp>
      <p:sp>
        <p:nvSpPr>
          <p:cNvPr id="5" name="AutoShape 2" descr="What Is Microsoft SQL Server Audit Trail &amp; How It Works">
            <a:extLst>
              <a:ext uri="{FF2B5EF4-FFF2-40B4-BE49-F238E27FC236}">
                <a16:creationId xmlns:a16="http://schemas.microsoft.com/office/drawing/2014/main" id="{9DDD1E87-D716-6CC9-96CC-121516C330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8CE8D2-AFCB-610F-593C-75E4C178D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434" y="1495094"/>
            <a:ext cx="5276061" cy="266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656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D04B2-A8AA-C4FA-1EB1-E6F03FB36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DBB37-AAF5-D0D9-13C7-D004B6A675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4204B0-C07B-39FD-DE15-874560AB2BB1}"/>
              </a:ext>
            </a:extLst>
          </p:cNvPr>
          <p:cNvSpPr>
            <a:spLocks noGrp="1"/>
          </p:cNvSpPr>
          <p:nvPr>
            <p:ph sz="quarter" idx="10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304800" y="1484763"/>
            <a:ext cx="7106194" cy="30908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 dirty="0">
                <a:latin typeface="+mj-lt"/>
              </a:rPr>
              <a:t>Technology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Enable tracking at both the database and table level.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 dirty="0">
                <a:latin typeface="+mj-lt"/>
              </a:rPr>
              <a:t>Benefits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Does capture changes in system tables.  Various stored procedures can be used to return the data.</a:t>
            </a:r>
          </a:p>
          <a:p>
            <a:pPr>
              <a:spcBef>
                <a:spcPts val="2500"/>
              </a:spcBef>
            </a:pPr>
            <a:r>
              <a:rPr lang="en-US" sz="1400" b="1" dirty="0">
                <a:latin typeface="+mj-lt"/>
              </a:rPr>
              <a:t>Drawbacks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We must specify the number of days to store changes.  Any table data before enabling must be captured from the base table.  Unable to determine who viewed the data.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7321D1-22EC-BBFB-2E22-4A23714D0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26423"/>
            <a:ext cx="7010401" cy="975360"/>
          </a:xfrm>
        </p:spPr>
        <p:txBody>
          <a:bodyPr anchor="ctr">
            <a:normAutofit/>
          </a:bodyPr>
          <a:lstStyle/>
          <a:p>
            <a:r>
              <a:rPr lang="en-US" dirty="0"/>
              <a:t>Change (Table) Tracking</a:t>
            </a:r>
          </a:p>
        </p:txBody>
      </p:sp>
    </p:spTree>
    <p:extLst>
      <p:ext uri="{BB962C8B-B14F-4D97-AF65-F5344CB8AC3E}">
        <p14:creationId xmlns:p14="http://schemas.microsoft.com/office/powerpoint/2010/main" val="3706664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CD8E8-7DF4-4F25-FC6E-FCED6EF54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1DA2A-57B7-0004-7EE1-1E5CDC4B3B2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C36C01-75A3-213D-82F5-99524BC79212}"/>
              </a:ext>
            </a:extLst>
          </p:cNvPr>
          <p:cNvSpPr>
            <a:spLocks noGrp="1"/>
          </p:cNvSpPr>
          <p:nvPr>
            <p:ph sz="quarter" idx="10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304800" y="1484763"/>
            <a:ext cx="7106194" cy="309086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endParaRPr lang="en-US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>
              <a:buFont typeface="Arial" panose="020B0604020202020204" pitchFamily="34" charset="0"/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DA3509-48C8-F61E-ECA9-96B02666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26423"/>
            <a:ext cx="7010401" cy="975360"/>
          </a:xfrm>
        </p:spPr>
        <p:txBody>
          <a:bodyPr anchor="ctr">
            <a:normAutofit/>
          </a:bodyPr>
          <a:lstStyle/>
          <a:p>
            <a:r>
              <a:rPr lang="en-US" dirty="0"/>
              <a:t>Architecture Diagram – Change Tracking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7DCB45-BDF3-CABA-ADEC-C7528FC59977}"/>
              </a:ext>
            </a:extLst>
          </p:cNvPr>
          <p:cNvSpPr txBox="1"/>
          <p:nvPr/>
        </p:nvSpPr>
        <p:spPr>
          <a:xfrm>
            <a:off x="199505" y="1556498"/>
            <a:ext cx="3266901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kern="1200" dirty="0">
                <a:solidFill>
                  <a:srgbClr val="000000"/>
                </a:solidFill>
                <a:latin typeface="+mj-lt"/>
                <a:ea typeface="+mn-ea"/>
                <a:cs typeface="Biome Light" panose="020B0303030204020804" pitchFamily="34" charset="0"/>
              </a:rPr>
              <a:t>Version numbers are used to keep track of the changes in a system table.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Biome Light" panose="020B0303030204020804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kern="1200" dirty="0">
                <a:solidFill>
                  <a:srgbClr val="000000"/>
                </a:solidFill>
                <a:latin typeface="+mj-lt"/>
                <a:ea typeface="+mn-ea"/>
                <a:cs typeface="Biome Light" panose="020B0303030204020804" pitchFamily="34" charset="0"/>
              </a:rPr>
              <a:t>Using stored procedures, we can retrieve the data as well as the change action (insert, update, or delete).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Biome Light" panose="020B0303030204020804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kern="1200" dirty="0">
                <a:solidFill>
                  <a:srgbClr val="000000"/>
                </a:solidFill>
                <a:latin typeface="+mj-lt"/>
                <a:ea typeface="+mn-ea"/>
                <a:cs typeface="Biome Light" panose="020B0303030204020804" pitchFamily="34" charset="0"/>
              </a:rPr>
              <a:t>This feature came out in 2019.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Biome Light" panose="020B0303030204020804" pitchFamily="34" charset="0"/>
            </a:endParaRPr>
          </a:p>
        </p:txBody>
      </p:sp>
      <p:sp>
        <p:nvSpPr>
          <p:cNvPr id="5" name="AutoShape 2" descr="What Is Microsoft SQL Server Audit Trail &amp; How It Works">
            <a:extLst>
              <a:ext uri="{FF2B5EF4-FFF2-40B4-BE49-F238E27FC236}">
                <a16:creationId xmlns:a16="http://schemas.microsoft.com/office/drawing/2014/main" id="{0609D6F8-1702-3D74-1B14-CEEE3F8499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68DA6F-16FB-AA5F-8912-5381947F2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556497"/>
            <a:ext cx="3499658" cy="27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42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2F82D-67B9-AB3B-E471-FD8B77EE3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8138F-69A1-8574-5618-08E4E3EBCC5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3DA170-0FD1-B4A1-A1B5-7773A9196092}"/>
              </a:ext>
            </a:extLst>
          </p:cNvPr>
          <p:cNvSpPr>
            <a:spLocks noGrp="1"/>
          </p:cNvSpPr>
          <p:nvPr>
            <p:ph sz="quarter" idx="10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304800" y="1484763"/>
            <a:ext cx="7106194" cy="30908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 dirty="0">
                <a:latin typeface="+mj-lt"/>
              </a:rPr>
              <a:t>Technology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Enable tracking at both the database and table level.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 dirty="0">
                <a:latin typeface="+mj-lt"/>
              </a:rPr>
              <a:t>Benefits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Capture data is sent to an event hub as a JSON document.</a:t>
            </a:r>
          </a:p>
          <a:p>
            <a:pPr>
              <a:spcBef>
                <a:spcPts val="2500"/>
              </a:spcBef>
            </a:pPr>
            <a:r>
              <a:rPr lang="en-US" sz="1400" b="1" dirty="0">
                <a:latin typeface="+mj-lt"/>
              </a:rPr>
              <a:t>Drawbacks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Just like all change tracking technologies, we are unable to determine who viewed the data.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0DF2A6-A8A9-03F3-E499-9C6DA34FF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26423"/>
            <a:ext cx="7010401" cy="975360"/>
          </a:xfrm>
        </p:spPr>
        <p:txBody>
          <a:bodyPr anchor="ctr">
            <a:normAutofit/>
          </a:bodyPr>
          <a:lstStyle/>
          <a:p>
            <a:r>
              <a:rPr lang="en-US" dirty="0"/>
              <a:t>Change Event Stream</a:t>
            </a:r>
          </a:p>
        </p:txBody>
      </p:sp>
    </p:spTree>
    <p:extLst>
      <p:ext uri="{BB962C8B-B14F-4D97-AF65-F5344CB8AC3E}">
        <p14:creationId xmlns:p14="http://schemas.microsoft.com/office/powerpoint/2010/main" val="1292903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6C7B4-0AF1-D2CB-58C0-170D86E06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EF430-F0B3-3F61-70BC-526C9D93B49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593433-B851-0F59-25A8-A80AEA46B13F}"/>
              </a:ext>
            </a:extLst>
          </p:cNvPr>
          <p:cNvSpPr>
            <a:spLocks noGrp="1"/>
          </p:cNvSpPr>
          <p:nvPr>
            <p:ph sz="quarter" idx="10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304800" y="1484763"/>
            <a:ext cx="7106194" cy="309086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endParaRPr lang="en-US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>
              <a:buFont typeface="Arial" panose="020B0604020202020204" pitchFamily="34" charset="0"/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04763E-6175-6E96-092A-25E8F4CDD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26423"/>
            <a:ext cx="7010401" cy="975360"/>
          </a:xfrm>
        </p:spPr>
        <p:txBody>
          <a:bodyPr anchor="ctr">
            <a:normAutofit/>
          </a:bodyPr>
          <a:lstStyle/>
          <a:p>
            <a:r>
              <a:rPr lang="en-US" dirty="0"/>
              <a:t>Architecture Diagram – Change Event Stream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C8E015-1D2D-C080-C0AA-207436337886}"/>
              </a:ext>
            </a:extLst>
          </p:cNvPr>
          <p:cNvSpPr txBox="1"/>
          <p:nvPr/>
        </p:nvSpPr>
        <p:spPr>
          <a:xfrm>
            <a:off x="199505" y="1556498"/>
            <a:ext cx="3266901" cy="2156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kern="1200" dirty="0">
                <a:solidFill>
                  <a:srgbClr val="000000"/>
                </a:solidFill>
                <a:latin typeface="+mj-lt"/>
                <a:ea typeface="+mn-ea"/>
                <a:cs typeface="Biome Light" panose="020B0303030204020804" pitchFamily="34" charset="0"/>
              </a:rPr>
              <a:t>Must define an Event Hub to capture the data.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Biome Light" panose="020B0303030204020804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kern="1200" dirty="0">
                <a:solidFill>
                  <a:srgbClr val="000000"/>
                </a:solidFill>
                <a:latin typeface="+mj-lt"/>
                <a:ea typeface="+mn-ea"/>
                <a:cs typeface="Biome Light" panose="020B0303030204020804" pitchFamily="34" charset="0"/>
              </a:rPr>
              <a:t>Must enable the preview feature in SQL Server 2025.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kern="1200" dirty="0">
              <a:solidFill>
                <a:srgbClr val="000000"/>
              </a:solidFill>
              <a:latin typeface="+mj-lt"/>
              <a:ea typeface="+mn-ea"/>
              <a:cs typeface="Biome Light" panose="020B0303030204020804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kern="1200" dirty="0">
              <a:solidFill>
                <a:srgbClr val="000000"/>
              </a:solidFill>
              <a:latin typeface="+mj-lt"/>
              <a:ea typeface="+mn-ea"/>
              <a:cs typeface="Biome Light" panose="020B0303030204020804" pitchFamily="34" charset="0"/>
            </a:endParaRPr>
          </a:p>
        </p:txBody>
      </p:sp>
      <p:sp>
        <p:nvSpPr>
          <p:cNvPr id="5" name="AutoShape 2" descr="What Is Microsoft SQL Server Audit Trail &amp; How It Works">
            <a:extLst>
              <a:ext uri="{FF2B5EF4-FFF2-40B4-BE49-F238E27FC236}">
                <a16:creationId xmlns:a16="http://schemas.microsoft.com/office/drawing/2014/main" id="{D1CBC0AA-C5A1-3462-51AA-AC0C07AF7B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55C4CE-FF92-5AB0-CF58-26F8684197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557" y="1973668"/>
            <a:ext cx="3874082" cy="119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32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0168D-B25E-0DE7-728C-027806B09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3182C-30CA-EA94-040D-CB9D9E741D9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C8E369-4380-B8D9-61F5-5CF11078746C}"/>
              </a:ext>
            </a:extLst>
          </p:cNvPr>
          <p:cNvSpPr>
            <a:spLocks noGrp="1"/>
          </p:cNvSpPr>
          <p:nvPr>
            <p:ph sz="quarter" idx="10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304800" y="1484763"/>
            <a:ext cx="7106194" cy="3090862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There are many ways to track changes in SQL Server.  Personally, I like using Table Triggers and SQL Audit to get a whole picture of what is going on in a particular database.</a:t>
            </a:r>
          </a:p>
          <a:p>
            <a:pPr>
              <a:lnSpc>
                <a:spcPct val="110000"/>
              </a:lnSpc>
            </a:pPr>
            <a:endParaRPr lang="en-US" sz="14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If I am using the technology for incremental loads, then Change Tracking is my method of choice.  </a:t>
            </a:r>
          </a:p>
          <a:p>
            <a:pPr>
              <a:lnSpc>
                <a:spcPct val="110000"/>
              </a:lnSpc>
            </a:pPr>
            <a:endParaRPr lang="en-US" sz="14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The most recent product enhancement is Change Stream.  This was introduced so that schema drift could happen with Fabric Database Mirroring.  </a:t>
            </a:r>
          </a:p>
          <a:p>
            <a:pPr>
              <a:lnSpc>
                <a:spcPct val="110000"/>
              </a:lnSpc>
            </a:pPr>
            <a:endParaRPr lang="en-US" sz="14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In summary, pick the technology that best fits your business problem.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9F003F-1F86-FD0C-1561-A3FF764C8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26423"/>
            <a:ext cx="7010401" cy="975360"/>
          </a:xfrm>
        </p:spPr>
        <p:txBody>
          <a:bodyPr anchor="ctr">
            <a:normAutofit/>
          </a:bodyPr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002694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54AD7-13BE-5E09-651A-ACC1D7A64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B7F2-7B7E-2B5A-AE43-ECC3524F7C8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729984" y="4910328"/>
            <a:ext cx="2103120" cy="12311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299EF3-4416-1758-B198-CF96984EE1CC}"/>
              </a:ext>
            </a:extLst>
          </p:cNvPr>
          <p:cNvSpPr>
            <a:spLocks noGrp="1"/>
          </p:cNvSpPr>
          <p:nvPr>
            <p:ph sz="quarter" idx="10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304800" y="1484763"/>
            <a:ext cx="3294611" cy="3162052"/>
          </a:xfrm>
        </p:spPr>
        <p:txBody>
          <a:bodyPr>
            <a:normAutofit lnSpcReduction="10000"/>
          </a:bodyPr>
          <a:lstStyle/>
          <a:p>
            <a:r>
              <a:rPr lang="en-US" sz="1400" b="1" dirty="0"/>
              <a:t>Table Triggers</a:t>
            </a:r>
          </a:p>
          <a:p>
            <a:r>
              <a:rPr lang="en-US" sz="1400" dirty="0"/>
              <a:t>  </a:t>
            </a:r>
            <a:r>
              <a:rPr lang="en-US" sz="1400" dirty="0">
                <a:hlinkClick r:id="rId2"/>
              </a:rPr>
              <a:t>https://tinyurl.com/49tn4j6c</a:t>
            </a:r>
            <a:endParaRPr lang="en-US" sz="1400" dirty="0"/>
          </a:p>
          <a:p>
            <a:endParaRPr lang="en-US" sz="1400" b="1" dirty="0"/>
          </a:p>
          <a:p>
            <a:r>
              <a:rPr lang="en-US" sz="1400" b="1" dirty="0"/>
              <a:t>SQL Server Audit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3"/>
              </a:rPr>
              <a:t>https://tinyurl.com/249rp7xy</a:t>
            </a:r>
            <a:endParaRPr lang="en-US" sz="1400" dirty="0"/>
          </a:p>
          <a:p>
            <a:endParaRPr lang="en-US" sz="1400" b="1" dirty="0"/>
          </a:p>
          <a:p>
            <a:r>
              <a:rPr lang="en-US" sz="1400" b="1" dirty="0"/>
              <a:t>Change Data Capture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4"/>
              </a:rPr>
              <a:t>https://tinyurl.com/yck8n9hs</a:t>
            </a:r>
            <a:endParaRPr lang="en-US" sz="1400" dirty="0"/>
          </a:p>
          <a:p>
            <a:endParaRPr lang="en-US" sz="1400" b="1" dirty="0"/>
          </a:p>
          <a:p>
            <a:r>
              <a:rPr lang="en-US" sz="1400" b="1" dirty="0"/>
              <a:t>Change (Table) Tracking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5"/>
              </a:rPr>
              <a:t>https://tinyurl.com/wvntzvkw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  <a:p>
            <a:endParaRPr lang="en-US" sz="14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983DC8-C85B-EE18-7B1B-FE75B3307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26423"/>
            <a:ext cx="7010401" cy="975360"/>
          </a:xfrm>
        </p:spPr>
        <p:txBody>
          <a:bodyPr anchor="ctr">
            <a:normAutofit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58DDE72D-66AF-E35A-6D76-D48667085099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4364178" y="1495842"/>
            <a:ext cx="3294611" cy="3090862"/>
          </a:xfrm>
          <a:prstGeom prst="rect">
            <a:avLst/>
          </a:prstGeom>
        </p:spPr>
        <p:txBody>
          <a:bodyPr>
            <a:normAutofit/>
          </a:bodyPr>
          <a:lstStyle>
            <a:lvl1pPr marL="0" eaLnBrk="1" hangingPunct="1">
              <a:spcAft>
                <a:spcPts val="600"/>
              </a:spcAft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207935" eaLnBrk="1" hangingPunct="1">
              <a:spcAft>
                <a:spcPts val="600"/>
              </a:spcAft>
              <a:defRPr sz="1200">
                <a:latin typeface="+mn-lt"/>
                <a:ea typeface="+mn-ea"/>
                <a:cs typeface="+mn-cs"/>
              </a:defRPr>
            </a:lvl2pPr>
            <a:lvl3pPr marL="415869" eaLnBrk="1" hangingPunct="1">
              <a:spcAft>
                <a:spcPts val="600"/>
              </a:spcAft>
              <a:defRPr sz="1200">
                <a:latin typeface="+mn-lt"/>
                <a:ea typeface="+mn-ea"/>
                <a:cs typeface="+mn-cs"/>
              </a:defRPr>
            </a:lvl3pPr>
            <a:lvl4pPr marL="623804" eaLnBrk="1" hangingPunct="1">
              <a:spcAft>
                <a:spcPts val="600"/>
              </a:spcAft>
              <a:defRPr sz="1200">
                <a:latin typeface="+mn-lt"/>
                <a:ea typeface="+mn-ea"/>
                <a:cs typeface="+mn-cs"/>
              </a:defRPr>
            </a:lvl4pPr>
            <a:lvl5pPr marL="831738" eaLnBrk="1" hangingPunct="1">
              <a:spcAft>
                <a:spcPts val="600"/>
              </a:spcAft>
              <a:defRPr sz="1200">
                <a:latin typeface="+mn-lt"/>
                <a:ea typeface="+mn-ea"/>
                <a:cs typeface="+mn-cs"/>
              </a:defRPr>
            </a:lvl5pPr>
            <a:lvl6pPr marL="1039673" eaLnBrk="1" hangingPunct="1">
              <a:defRPr>
                <a:latin typeface="+mn-lt"/>
                <a:ea typeface="+mn-ea"/>
                <a:cs typeface="+mn-cs"/>
              </a:defRPr>
            </a:lvl6pPr>
            <a:lvl7pPr marL="1247607" eaLnBrk="1" hangingPunct="1">
              <a:defRPr>
                <a:latin typeface="+mn-lt"/>
                <a:ea typeface="+mn-ea"/>
                <a:cs typeface="+mn-cs"/>
              </a:defRPr>
            </a:lvl7pPr>
            <a:lvl8pPr marL="1455542" eaLnBrk="1" hangingPunct="1">
              <a:defRPr>
                <a:latin typeface="+mn-lt"/>
                <a:ea typeface="+mn-ea"/>
                <a:cs typeface="+mn-cs"/>
              </a:defRPr>
            </a:lvl8pPr>
            <a:lvl9pPr marL="1663476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Change Event Stream</a:t>
            </a:r>
          </a:p>
          <a:p>
            <a:r>
              <a:rPr lang="en-US" sz="1400" dirty="0"/>
              <a:t>  </a:t>
            </a:r>
            <a:r>
              <a:rPr lang="en-US" sz="1400" dirty="0">
                <a:hlinkClick r:id="rId6"/>
              </a:rPr>
              <a:t>https://tinyurl.com/4dz7yanu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  <a:p>
            <a:endParaRPr lang="en-US" sz="1400" dirty="0"/>
          </a:p>
          <a:p>
            <a:endParaRPr lang="en-US" sz="1400" b="1" dirty="0"/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199382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nsight">
      <a:dk1>
        <a:srgbClr val="000000"/>
      </a:dk1>
      <a:lt1>
        <a:srgbClr val="FFFFFF"/>
      </a:lt1>
      <a:dk2>
        <a:srgbClr val="D30C55"/>
      </a:dk2>
      <a:lt2>
        <a:srgbClr val="3E332C"/>
      </a:lt2>
      <a:accent1>
        <a:srgbClr val="ED1944"/>
      </a:accent1>
      <a:accent2>
        <a:srgbClr val="D30E8C"/>
      </a:accent2>
      <a:accent3>
        <a:srgbClr val="B01C87"/>
      </a:accent3>
      <a:accent4>
        <a:srgbClr val="582873"/>
      </a:accent4>
      <a:accent5>
        <a:srgbClr val="4F93D9"/>
      </a:accent5>
      <a:accent6>
        <a:srgbClr val="57B5E6"/>
      </a:accent6>
      <a:hlink>
        <a:srgbClr val="4F93D9"/>
      </a:hlink>
      <a:folHlink>
        <a:srgbClr val="57B5E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_Insight_PPT_Template" id="{A20F345E-4A7D-744C-AE25-AF9A8DDD76C1}" vid="{C549D185-A46E-614F-9499-A02DAC61DF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68fd8ae-51cc-46a8-ad0e-22b4cacb595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3563CB8AAC844A8740AD38647B8B86" ma:contentTypeVersion="18" ma:contentTypeDescription="Create a new document." ma:contentTypeScope="" ma:versionID="dc52ffef6ebd5501e8ce6618206683f2">
  <xsd:schema xmlns:xsd="http://www.w3.org/2001/XMLSchema" xmlns:xs="http://www.w3.org/2001/XMLSchema" xmlns:p="http://schemas.microsoft.com/office/2006/metadata/properties" xmlns:ns3="668fd8ae-51cc-46a8-ad0e-22b4cacb5958" xmlns:ns4="ed9297da-2832-47af-b481-069573810d1e" targetNamespace="http://schemas.microsoft.com/office/2006/metadata/properties" ma:root="true" ma:fieldsID="cb8b71ca38752691131fa4624441218d" ns3:_="" ns4:_="">
    <xsd:import namespace="668fd8ae-51cc-46a8-ad0e-22b4cacb5958"/>
    <xsd:import namespace="ed9297da-2832-47af-b481-069573810d1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8fd8ae-51cc-46a8-ad0e-22b4cacb59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9297da-2832-47af-b481-069573810d1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B8CBC7-D514-448C-BFC3-AE282AC49B65}">
  <ds:schemaRefs>
    <ds:schemaRef ds:uri="http://schemas.microsoft.com/office/infopath/2007/PartnerControls"/>
    <ds:schemaRef ds:uri="668fd8ae-51cc-46a8-ad0e-22b4cacb5958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elements/1.1/"/>
    <ds:schemaRef ds:uri="ed9297da-2832-47af-b481-069573810d1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5CB5E75-B6E2-40DB-92CB-A3C58CEBE15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652519-9AB9-4393-8EA3-CDA9D5215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8fd8ae-51cc-46a8-ad0e-22b4cacb5958"/>
    <ds:schemaRef ds:uri="ed9297da-2832-47af-b481-069573810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4def53c-905d-442a-ba22-72ae0f5bcf4f}" enabled="1" method="Privileged" siteId="{6c637512-c417-4e78-9d62-b61258e4b61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2026_Insight_PPT_Template</Template>
  <TotalTime>1403</TotalTime>
  <Words>790</Words>
  <Application>Microsoft Office PowerPoint</Application>
  <PresentationFormat>On-screen Show (16:9)</PresentationFormat>
  <Paragraphs>125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Office Theme</vt:lpstr>
      <vt:lpstr>Package</vt:lpstr>
      <vt:lpstr>Many ways to  track changes  in SQL Server</vt:lpstr>
      <vt:lpstr>Agenda</vt:lpstr>
      <vt:lpstr>Overview</vt:lpstr>
      <vt:lpstr>Emergency Room (HIPPA) Schema</vt:lpstr>
      <vt:lpstr>Table Triggers</vt:lpstr>
      <vt:lpstr>SQL Server Audit</vt:lpstr>
      <vt:lpstr>Architecture Diagram – SQL Server Audit</vt:lpstr>
      <vt:lpstr>Change Data Capture</vt:lpstr>
      <vt:lpstr>Architecture Diagram – CDC</vt:lpstr>
      <vt:lpstr>Change (Table) Tracking</vt:lpstr>
      <vt:lpstr>Architecture Diagram – Change Tracking</vt:lpstr>
      <vt:lpstr>Change Event Stream</vt:lpstr>
      <vt:lpstr>Architecture Diagram – Change Event Stream</vt:lpstr>
      <vt:lpstr>Summary</vt:lpstr>
      <vt:lpstr>References</vt:lpstr>
    </vt:vector>
  </TitlesOfParts>
  <Company>Insight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Miner</dc:creator>
  <cp:lastModifiedBy>John Miner</cp:lastModifiedBy>
  <cp:revision>6</cp:revision>
  <dcterms:created xsi:type="dcterms:W3CDTF">2026-01-27T20:52:08Z</dcterms:created>
  <dcterms:modified xsi:type="dcterms:W3CDTF">2026-05-01T12:58:08Z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2025-01-28T00:00:00Z</vt:filetime>
  </property>
  <property fmtid="{D5CDD505-2E9C-101B-9397-08002B2CF9AE}" pid="3" name="LastSaved">
    <vt:filetime>2025-01-28T00:00:00Z</vt:filetime>
  </property>
  <property fmtid="{D5CDD505-2E9C-101B-9397-08002B2CF9AE}" pid="4" name="MediaServiceImageTags">
    <vt:lpwstr/>
  </property>
  <property fmtid="{D5CDD505-2E9C-101B-9397-08002B2CF9AE}" pid="5" name="ContentTypeId">
    <vt:lpwstr>0x010100503563CB8AAC844A8740AD38647B8B86</vt:lpwstr>
  </property>
</Properties>
</file>