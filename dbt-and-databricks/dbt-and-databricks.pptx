
<file path=[Content_Types].xml><?xml version="1.0" encoding="utf-8"?>
<Types xmlns="http://schemas.openxmlformats.org/package/2006/content-types">
  <Default Extension="jpeg" ContentType="image/jpeg"/>
  <Default Extension="jpg" ContentType="image/pn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6" r:id="rId4"/>
  </p:sldMasterIdLst>
  <p:notesMasterIdLst>
    <p:notesMasterId r:id="rId25"/>
  </p:notesMasterIdLst>
  <p:handoutMasterIdLst>
    <p:handoutMasterId r:id="rId26"/>
  </p:handoutMasterIdLst>
  <p:sldIdLst>
    <p:sldId id="315" r:id="rId5"/>
    <p:sldId id="266" r:id="rId6"/>
    <p:sldId id="325" r:id="rId7"/>
    <p:sldId id="326" r:id="rId8"/>
    <p:sldId id="327" r:id="rId9"/>
    <p:sldId id="328" r:id="rId10"/>
    <p:sldId id="329" r:id="rId11"/>
    <p:sldId id="313" r:id="rId12"/>
    <p:sldId id="317" r:id="rId13"/>
    <p:sldId id="337" r:id="rId14"/>
    <p:sldId id="318" r:id="rId15"/>
    <p:sldId id="319" r:id="rId16"/>
    <p:sldId id="320" r:id="rId17"/>
    <p:sldId id="321" r:id="rId18"/>
    <p:sldId id="322" r:id="rId19"/>
    <p:sldId id="323" r:id="rId20"/>
    <p:sldId id="336" r:id="rId21"/>
    <p:sldId id="333" r:id="rId22"/>
    <p:sldId id="334" r:id="rId23"/>
    <p:sldId id="295"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5AA1BD55-57CD-466E-0725-B6CBA11E0D12}" name="Lauren Weldy (ALLEGIS GROUP SERVICES)" initials="LW" userId="S::v-lweldy@microsoft.com::07a2285c-a352-4b96-8658-ecc34365c15e"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BEDEB"/>
  </p:clrMru>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A107856-5554-42FB-B03E-39F5DBC370B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9" autoAdjust="0"/>
    <p:restoredTop sz="95388" autoAdjust="0"/>
  </p:normalViewPr>
  <p:slideViewPr>
    <p:cSldViewPr snapToGrid="0">
      <p:cViewPr varScale="1">
        <p:scale>
          <a:sx n="78" d="100"/>
          <a:sy n="78" d="100"/>
        </p:scale>
        <p:origin x="835" y="7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3149"/>
    </p:cViewPr>
  </p:sorterViewPr>
  <p:notesViewPr>
    <p:cSldViewPr snapToGrid="0">
      <p:cViewPr>
        <p:scale>
          <a:sx n="1" d="2"/>
          <a:sy n="1" d="2"/>
        </p:scale>
        <p:origin x="2640" y="28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ner" userId="3389ea36-44fd-4549-a67f-acacce31285e" providerId="ADAL" clId="{BFF33F8F-EE63-4F0C-A57B-14142A48025C}"/>
    <pc:docChg chg="modSld">
      <pc:chgData name="John Miner" userId="3389ea36-44fd-4549-a67f-acacce31285e" providerId="ADAL" clId="{BFF33F8F-EE63-4F0C-A57B-14142A48025C}" dt="2026-04-16T18:41:05.124" v="0" actId="5793"/>
      <pc:docMkLst>
        <pc:docMk/>
      </pc:docMkLst>
      <pc:sldChg chg="modSp mod">
        <pc:chgData name="John Miner" userId="3389ea36-44fd-4549-a67f-acacce31285e" providerId="ADAL" clId="{BFF33F8F-EE63-4F0C-A57B-14142A48025C}" dt="2026-04-16T18:41:05.124" v="0" actId="5793"/>
        <pc:sldMkLst>
          <pc:docMk/>
          <pc:sldMk cId="2780814509" sldId="332"/>
        </pc:sldMkLst>
        <pc:spChg chg="mod">
          <ac:chgData name="John Miner" userId="3389ea36-44fd-4549-a67f-acacce31285e" providerId="ADAL" clId="{BFF33F8F-EE63-4F0C-A57B-14142A48025C}" dt="2026-04-16T18:41:05.124" v="0" actId="5793"/>
          <ac:spMkLst>
            <pc:docMk/>
            <pc:sldMk cId="2780814509" sldId="332"/>
            <ac:spMk id="3" creationId="{0467E807-B158-6DA3-231F-735A915C2711}"/>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589D207-BE08-4B33-B5B0-5A5A94C95126}"/>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5E58DB9-49DC-495B-A68F-33D105C9065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67A1AC4-3AE8-4F87-AAED-904EC6054702}" type="datetimeFigureOut">
              <a:rPr lang="en-US" smtClean="0"/>
              <a:t>8/26/2026</a:t>
            </a:fld>
            <a:endParaRPr lang="en-US" dirty="0"/>
          </a:p>
        </p:txBody>
      </p:sp>
      <p:sp>
        <p:nvSpPr>
          <p:cNvPr id="4" name="Footer Placeholder 3">
            <a:extLst>
              <a:ext uri="{FF2B5EF4-FFF2-40B4-BE49-F238E27FC236}">
                <a16:creationId xmlns:a16="http://schemas.microsoft.com/office/drawing/2014/main" id="{7F66337E-DAD5-442C-9B8F-E10EB7D972C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7EE3BDF2-02BD-4181-AC28-FD56172CC6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AF8A362-CAFC-4987-9A50-47570528395E}" type="slidenum">
              <a:rPr lang="en-US" smtClean="0"/>
              <a:t>‹#›</a:t>
            </a:fld>
            <a:endParaRPr lang="en-US" dirty="0"/>
          </a:p>
        </p:txBody>
      </p:sp>
    </p:spTree>
    <p:extLst>
      <p:ext uri="{BB962C8B-B14F-4D97-AF65-F5344CB8AC3E}">
        <p14:creationId xmlns:p14="http://schemas.microsoft.com/office/powerpoint/2010/main" val="4523749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556653-6123-4FE4-861F-5F9583BF59B0}" type="datetimeFigureOut">
              <a:rPr lang="en-US" smtClean="0"/>
              <a:t>8/26/2026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4EEB602-95FC-483A-B12D-216A7AD7EA24}" type="slidenum">
              <a:rPr lang="en-US" smtClean="0"/>
              <a:t>‹#›</a:t>
            </a:fld>
            <a:endParaRPr lang="en-US" dirty="0"/>
          </a:p>
        </p:txBody>
      </p:sp>
    </p:spTree>
    <p:extLst>
      <p:ext uri="{BB962C8B-B14F-4D97-AF65-F5344CB8AC3E}">
        <p14:creationId xmlns:p14="http://schemas.microsoft.com/office/powerpoint/2010/main" val="1325843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1</a:t>
            </a:fld>
            <a:endParaRPr lang="en-US" dirty="0"/>
          </a:p>
        </p:txBody>
      </p:sp>
    </p:spTree>
    <p:extLst>
      <p:ext uri="{BB962C8B-B14F-4D97-AF65-F5344CB8AC3E}">
        <p14:creationId xmlns:p14="http://schemas.microsoft.com/office/powerpoint/2010/main" val="335608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2</a:t>
            </a:fld>
            <a:endParaRPr lang="en-US" dirty="0"/>
          </a:p>
        </p:txBody>
      </p:sp>
    </p:spTree>
    <p:extLst>
      <p:ext uri="{BB962C8B-B14F-4D97-AF65-F5344CB8AC3E}">
        <p14:creationId xmlns:p14="http://schemas.microsoft.com/office/powerpoint/2010/main" val="17274510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C7EE2-4B7D-2AC7-DAA4-0CE3B3B8BC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53A227-25B3-4807-CE42-780F937E1F25}"/>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627F28C-C1F2-A653-7450-89A4176467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F10483-71C0-6336-D659-C175954EF724}"/>
              </a:ext>
            </a:extLst>
          </p:cNvPr>
          <p:cNvSpPr>
            <a:spLocks noGrp="1"/>
          </p:cNvSpPr>
          <p:nvPr>
            <p:ph type="sldNum" sz="quarter" idx="5"/>
          </p:nvPr>
        </p:nvSpPr>
        <p:spPr/>
        <p:txBody>
          <a:bodyPr/>
          <a:lstStyle/>
          <a:p>
            <a:fld id="{54EEB602-95FC-483A-B12D-216A7AD7EA24}" type="slidenum">
              <a:rPr lang="en-US" smtClean="0"/>
              <a:t>3</a:t>
            </a:fld>
            <a:endParaRPr lang="en-US" dirty="0"/>
          </a:p>
        </p:txBody>
      </p:sp>
    </p:spTree>
    <p:extLst>
      <p:ext uri="{BB962C8B-B14F-4D97-AF65-F5344CB8AC3E}">
        <p14:creationId xmlns:p14="http://schemas.microsoft.com/office/powerpoint/2010/main" val="14418911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FCF958-AF81-8611-234C-ED89FD1763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664222-8824-2ABF-3E19-01B6D00615EE}"/>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29FB4FF3-3BE4-BEB9-ADDF-1188E907C1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6A5302-E786-33CF-DFD1-BE58B62E468C}"/>
              </a:ext>
            </a:extLst>
          </p:cNvPr>
          <p:cNvSpPr>
            <a:spLocks noGrp="1"/>
          </p:cNvSpPr>
          <p:nvPr>
            <p:ph type="sldNum" sz="quarter" idx="5"/>
          </p:nvPr>
        </p:nvSpPr>
        <p:spPr/>
        <p:txBody>
          <a:bodyPr/>
          <a:lstStyle/>
          <a:p>
            <a:fld id="{54EEB602-95FC-483A-B12D-216A7AD7EA24}" type="slidenum">
              <a:rPr lang="en-US" smtClean="0"/>
              <a:t>4</a:t>
            </a:fld>
            <a:endParaRPr lang="en-US" dirty="0"/>
          </a:p>
        </p:txBody>
      </p:sp>
    </p:spTree>
    <p:extLst>
      <p:ext uri="{BB962C8B-B14F-4D97-AF65-F5344CB8AC3E}">
        <p14:creationId xmlns:p14="http://schemas.microsoft.com/office/powerpoint/2010/main" val="25942965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1DE18-CF5C-A577-2DA3-347ABBF5E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71CE79-7842-273D-4B0E-9161D8CC74CD}"/>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F87502AC-28DB-5995-8568-F38925211E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19ACF10-4C66-C4B1-7E30-9941A7F6EC9D}"/>
              </a:ext>
            </a:extLst>
          </p:cNvPr>
          <p:cNvSpPr>
            <a:spLocks noGrp="1"/>
          </p:cNvSpPr>
          <p:nvPr>
            <p:ph type="sldNum" sz="quarter" idx="5"/>
          </p:nvPr>
        </p:nvSpPr>
        <p:spPr/>
        <p:txBody>
          <a:bodyPr/>
          <a:lstStyle/>
          <a:p>
            <a:fld id="{54EEB602-95FC-483A-B12D-216A7AD7EA24}" type="slidenum">
              <a:rPr lang="en-US" smtClean="0"/>
              <a:t>5</a:t>
            </a:fld>
            <a:endParaRPr lang="en-US" dirty="0"/>
          </a:p>
        </p:txBody>
      </p:sp>
    </p:spTree>
    <p:extLst>
      <p:ext uri="{BB962C8B-B14F-4D97-AF65-F5344CB8AC3E}">
        <p14:creationId xmlns:p14="http://schemas.microsoft.com/office/powerpoint/2010/main" val="4029208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9A879-E778-FE39-CB01-D647F77F96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1E84DF-41C0-B0C7-D615-B75920862C4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AB6AE5B9-E70C-5B70-B5D2-90617D74903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3C91AB9-54D4-16A5-1415-99BDCEE05BDE}"/>
              </a:ext>
            </a:extLst>
          </p:cNvPr>
          <p:cNvSpPr>
            <a:spLocks noGrp="1"/>
          </p:cNvSpPr>
          <p:nvPr>
            <p:ph type="sldNum" sz="quarter" idx="5"/>
          </p:nvPr>
        </p:nvSpPr>
        <p:spPr/>
        <p:txBody>
          <a:bodyPr/>
          <a:lstStyle/>
          <a:p>
            <a:fld id="{54EEB602-95FC-483A-B12D-216A7AD7EA24}" type="slidenum">
              <a:rPr lang="en-US" smtClean="0"/>
              <a:t>6</a:t>
            </a:fld>
            <a:endParaRPr lang="en-US" dirty="0"/>
          </a:p>
        </p:txBody>
      </p:sp>
    </p:spTree>
    <p:extLst>
      <p:ext uri="{BB962C8B-B14F-4D97-AF65-F5344CB8AC3E}">
        <p14:creationId xmlns:p14="http://schemas.microsoft.com/office/powerpoint/2010/main" val="2895249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D072D-D552-F880-A2CB-CB0DD0624B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2DF6BB5-0811-11AE-0D92-EF6809D8E41C}"/>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7E43C369-3EED-0113-35EF-9C557AE7596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F68680-9E47-004F-46A5-FE30D9DD330C}"/>
              </a:ext>
            </a:extLst>
          </p:cNvPr>
          <p:cNvSpPr>
            <a:spLocks noGrp="1"/>
          </p:cNvSpPr>
          <p:nvPr>
            <p:ph type="sldNum" sz="quarter" idx="5"/>
          </p:nvPr>
        </p:nvSpPr>
        <p:spPr/>
        <p:txBody>
          <a:bodyPr/>
          <a:lstStyle/>
          <a:p>
            <a:fld id="{54EEB602-95FC-483A-B12D-216A7AD7EA24}" type="slidenum">
              <a:rPr lang="en-US" smtClean="0"/>
              <a:t>7</a:t>
            </a:fld>
            <a:endParaRPr lang="en-US" dirty="0"/>
          </a:p>
        </p:txBody>
      </p:sp>
    </p:spTree>
    <p:extLst>
      <p:ext uri="{BB962C8B-B14F-4D97-AF65-F5344CB8AC3E}">
        <p14:creationId xmlns:p14="http://schemas.microsoft.com/office/powerpoint/2010/main" val="299108497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4EEB602-95FC-483A-B12D-216A7AD7EA24}" type="slidenum">
              <a:rPr lang="en-US" smtClean="0"/>
              <a:t>8</a:t>
            </a:fld>
            <a:endParaRPr lang="en-US" dirty="0"/>
          </a:p>
        </p:txBody>
      </p:sp>
    </p:spTree>
    <p:extLst>
      <p:ext uri="{BB962C8B-B14F-4D97-AF65-F5344CB8AC3E}">
        <p14:creationId xmlns:p14="http://schemas.microsoft.com/office/powerpoint/2010/main" val="3986912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DCE601-4F82-8ADF-CA3F-76136FCB00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D1F55-9A06-A9E5-B3B3-215282744F8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E525D3F-85BF-7C75-AFEC-381E2D23A0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3DB018-D1D3-875B-A195-F75504F8AE43}"/>
              </a:ext>
            </a:extLst>
          </p:cNvPr>
          <p:cNvSpPr>
            <a:spLocks noGrp="1"/>
          </p:cNvSpPr>
          <p:nvPr>
            <p:ph type="sldNum" sz="quarter" idx="5"/>
          </p:nvPr>
        </p:nvSpPr>
        <p:spPr/>
        <p:txBody>
          <a:bodyPr/>
          <a:lstStyle/>
          <a:p>
            <a:fld id="{54EEB602-95FC-483A-B12D-216A7AD7EA24}" type="slidenum">
              <a:rPr lang="en-US" smtClean="0"/>
              <a:t>9</a:t>
            </a:fld>
            <a:endParaRPr lang="en-US" dirty="0"/>
          </a:p>
        </p:txBody>
      </p:sp>
    </p:spTree>
    <p:extLst>
      <p:ext uri="{BB962C8B-B14F-4D97-AF65-F5344CB8AC3E}">
        <p14:creationId xmlns:p14="http://schemas.microsoft.com/office/powerpoint/2010/main" val="12114256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D08F2-B35D-28A9-6E3F-464D93642F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AC3D1A-DA8E-BA10-5F47-F205F9A78BB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7DC0DC5-179D-D20F-65D7-498EEB4FC4A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C65CDD-2880-000D-F3C2-CA521627C2FE}"/>
              </a:ext>
            </a:extLst>
          </p:cNvPr>
          <p:cNvSpPr>
            <a:spLocks noGrp="1"/>
          </p:cNvSpPr>
          <p:nvPr>
            <p:ph type="sldNum" sz="quarter" idx="5"/>
          </p:nvPr>
        </p:nvSpPr>
        <p:spPr/>
        <p:txBody>
          <a:bodyPr/>
          <a:lstStyle/>
          <a:p>
            <a:fld id="{54EEB602-95FC-483A-B12D-216A7AD7EA24}" type="slidenum">
              <a:rPr lang="en-US" smtClean="0"/>
              <a:t>10</a:t>
            </a:fld>
            <a:endParaRPr lang="en-US" dirty="0"/>
          </a:p>
        </p:txBody>
      </p:sp>
    </p:spTree>
    <p:extLst>
      <p:ext uri="{BB962C8B-B14F-4D97-AF65-F5344CB8AC3E}">
        <p14:creationId xmlns:p14="http://schemas.microsoft.com/office/powerpoint/2010/main" val="3639210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62159-5D5A-F8E6-CC4E-D6CE31D9FB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490F31-7E80-2CEE-F326-DAE3A1742A9F}"/>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DE885998-84E7-5960-BB95-653AEE450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FF1D2AC-2763-BB0D-BE84-83987735BB42}"/>
              </a:ext>
            </a:extLst>
          </p:cNvPr>
          <p:cNvSpPr>
            <a:spLocks noGrp="1"/>
          </p:cNvSpPr>
          <p:nvPr>
            <p:ph type="sldNum" sz="quarter" idx="5"/>
          </p:nvPr>
        </p:nvSpPr>
        <p:spPr/>
        <p:txBody>
          <a:bodyPr/>
          <a:lstStyle/>
          <a:p>
            <a:fld id="{54EEB602-95FC-483A-B12D-216A7AD7EA24}" type="slidenum">
              <a:rPr lang="en-US" smtClean="0"/>
              <a:t>11</a:t>
            </a:fld>
            <a:endParaRPr lang="en-US" dirty="0"/>
          </a:p>
        </p:txBody>
      </p:sp>
    </p:spTree>
    <p:extLst>
      <p:ext uri="{BB962C8B-B14F-4D97-AF65-F5344CB8AC3E}">
        <p14:creationId xmlns:p14="http://schemas.microsoft.com/office/powerpoint/2010/main" val="273949730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433A6-61FF-1F82-660A-BDD91F453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409326-626C-9307-4E14-4486775077D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171D9CD-52C2-60EF-7ADD-BFE001688E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3F6043-F97B-28F0-D7BD-CB3FEB8D45EC}"/>
              </a:ext>
            </a:extLst>
          </p:cNvPr>
          <p:cNvSpPr>
            <a:spLocks noGrp="1"/>
          </p:cNvSpPr>
          <p:nvPr>
            <p:ph type="sldNum" sz="quarter" idx="5"/>
          </p:nvPr>
        </p:nvSpPr>
        <p:spPr/>
        <p:txBody>
          <a:bodyPr/>
          <a:lstStyle/>
          <a:p>
            <a:fld id="{54EEB602-95FC-483A-B12D-216A7AD7EA24}" type="slidenum">
              <a:rPr lang="en-US" smtClean="0"/>
              <a:t>12</a:t>
            </a:fld>
            <a:endParaRPr lang="en-US" dirty="0"/>
          </a:p>
        </p:txBody>
      </p:sp>
    </p:spTree>
    <p:extLst>
      <p:ext uri="{BB962C8B-B14F-4D97-AF65-F5344CB8AC3E}">
        <p14:creationId xmlns:p14="http://schemas.microsoft.com/office/powerpoint/2010/main" val="4362984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59EFF-3B25-DC3C-95BD-9CAB81B9DF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1B2F7B-CC5E-DC81-500E-146885A4F0E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151590C-5028-A3FC-56A1-E732B70D936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B9544F2-5D68-B7C6-E045-07B1C4B3E1F7}"/>
              </a:ext>
            </a:extLst>
          </p:cNvPr>
          <p:cNvSpPr>
            <a:spLocks noGrp="1"/>
          </p:cNvSpPr>
          <p:nvPr>
            <p:ph type="sldNum" sz="quarter" idx="5"/>
          </p:nvPr>
        </p:nvSpPr>
        <p:spPr/>
        <p:txBody>
          <a:bodyPr/>
          <a:lstStyle/>
          <a:p>
            <a:fld id="{54EEB602-95FC-483A-B12D-216A7AD7EA24}" type="slidenum">
              <a:rPr lang="en-US" smtClean="0"/>
              <a:t>13</a:t>
            </a:fld>
            <a:endParaRPr lang="en-US" dirty="0"/>
          </a:p>
        </p:txBody>
      </p:sp>
    </p:spTree>
    <p:extLst>
      <p:ext uri="{BB962C8B-B14F-4D97-AF65-F5344CB8AC3E}">
        <p14:creationId xmlns:p14="http://schemas.microsoft.com/office/powerpoint/2010/main" val="16499994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DD75-437B-1525-A617-FBAC6FAF59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0D67F4-03F8-9607-89C8-8C72243FA846}"/>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788347E-8596-997F-A9EB-C4CEB7D834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D69573-0E6F-5A00-44A5-4CB76B93B8F1}"/>
              </a:ext>
            </a:extLst>
          </p:cNvPr>
          <p:cNvSpPr>
            <a:spLocks noGrp="1"/>
          </p:cNvSpPr>
          <p:nvPr>
            <p:ph type="sldNum" sz="quarter" idx="5"/>
          </p:nvPr>
        </p:nvSpPr>
        <p:spPr/>
        <p:txBody>
          <a:bodyPr/>
          <a:lstStyle/>
          <a:p>
            <a:fld id="{54EEB602-95FC-483A-B12D-216A7AD7EA24}" type="slidenum">
              <a:rPr lang="en-US" smtClean="0"/>
              <a:t>14</a:t>
            </a:fld>
            <a:endParaRPr lang="en-US" dirty="0"/>
          </a:p>
        </p:txBody>
      </p:sp>
    </p:spTree>
    <p:extLst>
      <p:ext uri="{BB962C8B-B14F-4D97-AF65-F5344CB8AC3E}">
        <p14:creationId xmlns:p14="http://schemas.microsoft.com/office/powerpoint/2010/main" val="13174696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6FFBAB-0AF3-6DAE-2302-52CAB001B0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B72B37-DC1B-3B00-6F6C-8E2C24EE4078}"/>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C57250AC-76D8-ABF8-912D-DEF83D72FF3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E67EED-A5FD-CF72-9E18-6B1D96E98CBD}"/>
              </a:ext>
            </a:extLst>
          </p:cNvPr>
          <p:cNvSpPr>
            <a:spLocks noGrp="1"/>
          </p:cNvSpPr>
          <p:nvPr>
            <p:ph type="sldNum" sz="quarter" idx="5"/>
          </p:nvPr>
        </p:nvSpPr>
        <p:spPr/>
        <p:txBody>
          <a:bodyPr/>
          <a:lstStyle/>
          <a:p>
            <a:fld id="{54EEB602-95FC-483A-B12D-216A7AD7EA24}" type="slidenum">
              <a:rPr lang="en-US" smtClean="0"/>
              <a:t>15</a:t>
            </a:fld>
            <a:endParaRPr lang="en-US" dirty="0"/>
          </a:p>
        </p:txBody>
      </p:sp>
    </p:spTree>
    <p:extLst>
      <p:ext uri="{BB962C8B-B14F-4D97-AF65-F5344CB8AC3E}">
        <p14:creationId xmlns:p14="http://schemas.microsoft.com/office/powerpoint/2010/main" val="3614256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6A8B8-4465-39D4-607D-9FAD3B606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08064-AD2C-5F8C-8F53-31A1104ED3B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BA49088C-1F96-A0EF-72A9-5D160C17632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25D102-A60A-791E-4934-896DFDBAB3A1}"/>
              </a:ext>
            </a:extLst>
          </p:cNvPr>
          <p:cNvSpPr>
            <a:spLocks noGrp="1"/>
          </p:cNvSpPr>
          <p:nvPr>
            <p:ph type="sldNum" sz="quarter" idx="5"/>
          </p:nvPr>
        </p:nvSpPr>
        <p:spPr/>
        <p:txBody>
          <a:bodyPr/>
          <a:lstStyle/>
          <a:p>
            <a:fld id="{54EEB602-95FC-483A-B12D-216A7AD7EA24}" type="slidenum">
              <a:rPr lang="en-US" smtClean="0"/>
              <a:t>16</a:t>
            </a:fld>
            <a:endParaRPr lang="en-US" dirty="0"/>
          </a:p>
        </p:txBody>
      </p:sp>
    </p:spTree>
    <p:extLst>
      <p:ext uri="{BB962C8B-B14F-4D97-AF65-F5344CB8AC3E}">
        <p14:creationId xmlns:p14="http://schemas.microsoft.com/office/powerpoint/2010/main" val="2847149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4328D-23D8-516D-B055-BB9A61720B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584E6D-2ADE-5B7A-83A2-91FB4EE00164}"/>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73E61D-9CD2-E7CF-F521-40B721B787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3B1513-D2FA-D8BB-D0B7-FC6E98A1A5A5}"/>
              </a:ext>
            </a:extLst>
          </p:cNvPr>
          <p:cNvSpPr>
            <a:spLocks noGrp="1"/>
          </p:cNvSpPr>
          <p:nvPr>
            <p:ph type="sldNum" sz="quarter" idx="5"/>
          </p:nvPr>
        </p:nvSpPr>
        <p:spPr/>
        <p:txBody>
          <a:bodyPr/>
          <a:lstStyle/>
          <a:p>
            <a:fld id="{54EEB602-95FC-483A-B12D-216A7AD7EA24}" type="slidenum">
              <a:rPr lang="en-US" smtClean="0"/>
              <a:t>17</a:t>
            </a:fld>
            <a:endParaRPr lang="en-US" dirty="0"/>
          </a:p>
        </p:txBody>
      </p:sp>
    </p:spTree>
    <p:extLst>
      <p:ext uri="{BB962C8B-B14F-4D97-AF65-F5344CB8AC3E}">
        <p14:creationId xmlns:p14="http://schemas.microsoft.com/office/powerpoint/2010/main" val="202033089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E7D7-C706-2114-2601-851170271C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53BA86-3E99-14F1-9756-D0C42321924B}"/>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3F68207-B4CE-CF7D-28EC-3059C6FC1EE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9824CFF-5E11-1BB2-B328-A880FAC0D6F4}"/>
              </a:ext>
            </a:extLst>
          </p:cNvPr>
          <p:cNvSpPr>
            <a:spLocks noGrp="1"/>
          </p:cNvSpPr>
          <p:nvPr>
            <p:ph type="sldNum" sz="quarter" idx="5"/>
          </p:nvPr>
        </p:nvSpPr>
        <p:spPr/>
        <p:txBody>
          <a:bodyPr/>
          <a:lstStyle/>
          <a:p>
            <a:fld id="{54EEB602-95FC-483A-B12D-216A7AD7EA24}" type="slidenum">
              <a:rPr lang="en-US" smtClean="0"/>
              <a:t>18</a:t>
            </a:fld>
            <a:endParaRPr lang="en-US" dirty="0"/>
          </a:p>
        </p:txBody>
      </p:sp>
    </p:spTree>
    <p:extLst>
      <p:ext uri="{BB962C8B-B14F-4D97-AF65-F5344CB8AC3E}">
        <p14:creationId xmlns:p14="http://schemas.microsoft.com/office/powerpoint/2010/main" val="21493456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5484E-4965-0697-8A40-626174D077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515C60-1D02-18C8-76E8-724DA2B5338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8B874E46-B3CF-FD12-4BB0-F2DB197BC9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F78ABE-E7DF-6D26-414F-3005ED961E5A}"/>
              </a:ext>
            </a:extLst>
          </p:cNvPr>
          <p:cNvSpPr>
            <a:spLocks noGrp="1"/>
          </p:cNvSpPr>
          <p:nvPr>
            <p:ph type="sldNum" sz="quarter" idx="5"/>
          </p:nvPr>
        </p:nvSpPr>
        <p:spPr/>
        <p:txBody>
          <a:bodyPr/>
          <a:lstStyle/>
          <a:p>
            <a:fld id="{54EEB602-95FC-483A-B12D-216A7AD7EA24}" type="slidenum">
              <a:rPr lang="en-US" smtClean="0"/>
              <a:t>19</a:t>
            </a:fld>
            <a:endParaRPr lang="en-US" dirty="0"/>
          </a:p>
        </p:txBody>
      </p:sp>
    </p:spTree>
    <p:extLst>
      <p:ext uri="{BB962C8B-B14F-4D97-AF65-F5344CB8AC3E}">
        <p14:creationId xmlns:p14="http://schemas.microsoft.com/office/powerpoint/2010/main" val="413771924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F07F282E-55F5-4803-B60F-09BA4600E538}" type="slidenum">
              <a:rPr lang="en-US" smtClean="0"/>
              <a:t>20</a:t>
            </a:fld>
            <a:endParaRPr lang="en-US" dirty="0"/>
          </a:p>
        </p:txBody>
      </p:sp>
    </p:spTree>
    <p:extLst>
      <p:ext uri="{BB962C8B-B14F-4D97-AF65-F5344CB8AC3E}">
        <p14:creationId xmlns:p14="http://schemas.microsoft.com/office/powerpoint/2010/main" val="5806978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ED69555-EE48-4B19-812B-4E1068DBF976}"/>
              </a:ext>
            </a:extLst>
          </p:cNvPr>
          <p:cNvSpPr/>
          <p:nvPr/>
        </p:nvSpPr>
        <p:spPr>
          <a:xfrm>
            <a:off x="7573754" y="0"/>
            <a:ext cx="4618246"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Freeform 57">
            <a:extLst>
              <a:ext uri="{FF2B5EF4-FFF2-40B4-BE49-F238E27FC236}">
                <a16:creationId xmlns:a16="http://schemas.microsoft.com/office/drawing/2014/main" id="{57AEB73D-F521-4B19-820F-12DB6BCC8406}"/>
              </a:ext>
            </a:extLst>
          </p:cNvPr>
          <p:cNvSpPr/>
          <p:nvPr/>
        </p:nvSpPr>
        <p:spPr bwMode="auto">
          <a:xfrm>
            <a:off x="4456113"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headEnd/>
            <a:tailEnd/>
          </a:ln>
        </p:spPr>
        <p:txBody>
          <a:bodyPr/>
          <a:lstStyle/>
          <a:p>
            <a:endParaRPr lang="en-US"/>
          </a:p>
        </p:txBody>
      </p:sp>
      <p:sp>
        <p:nvSpPr>
          <p:cNvPr id="2" name="Title 1"/>
          <p:cNvSpPr>
            <a:spLocks noGrp="1"/>
          </p:cNvSpPr>
          <p:nvPr>
            <p:ph type="ctrTitle"/>
          </p:nvPr>
        </p:nvSpPr>
        <p:spPr>
          <a:xfrm>
            <a:off x="855388" y="863068"/>
            <a:ext cx="6007691" cy="4985916"/>
          </a:xfrm>
        </p:spPr>
        <p:txBody>
          <a:bodyPr anchor="ctr">
            <a:noAutofit/>
          </a:bodyPr>
          <a:lstStyle>
            <a:lvl1pPr algn="l">
              <a:lnSpc>
                <a:spcPct val="125000"/>
              </a:lnSpc>
              <a:defRPr sz="6000" b="0" cap="all" spc="150" baseline="0">
                <a:solidFill>
                  <a:schemeClr val="tx1">
                    <a:lumMod val="75000"/>
                    <a:lumOff val="2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8197352" y="863068"/>
            <a:ext cx="3351729" cy="5120069"/>
          </a:xfrm>
        </p:spPr>
        <p:txBody>
          <a:bodyPr anchor="ctr">
            <a:normAutofit/>
          </a:bodyPr>
          <a:lstStyle>
            <a:lvl1pPr marL="0" indent="0" algn="l">
              <a:lnSpc>
                <a:spcPct val="150000"/>
              </a:lnSpc>
              <a:buNone/>
              <a:defRPr sz="2400" b="0" cap="none" baseline="0">
                <a:solidFill>
                  <a:schemeClr val="tx1">
                    <a:lumMod val="85000"/>
                    <a:lumOff val="1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Rectangle 6">
            <a:extLst>
              <a:ext uri="{FF2B5EF4-FFF2-40B4-BE49-F238E27FC236}">
                <a16:creationId xmlns:a16="http://schemas.microsoft.com/office/drawing/2014/main" id="{6B72EEBA-3A5D-41CE-8465-A45A0F65674E}"/>
              </a:ext>
            </a:extLst>
          </p:cNvPr>
          <p:cNvSpPr/>
          <p:nvPr/>
        </p:nvSpPr>
        <p:spPr>
          <a:xfrm rot="5400000">
            <a:off x="410121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Date Placeholder 12">
            <a:extLst>
              <a:ext uri="{FF2B5EF4-FFF2-40B4-BE49-F238E27FC236}">
                <a16:creationId xmlns:a16="http://schemas.microsoft.com/office/drawing/2014/main" id="{79F4CF2F-CDFA-4A37-837C-819D5238EAB4}"/>
              </a:ext>
            </a:extLst>
          </p:cNvPr>
          <p:cNvSpPr>
            <a:spLocks noGrp="1"/>
          </p:cNvSpPr>
          <p:nvPr>
            <p:ph type="dt" sz="half" idx="10"/>
          </p:nvPr>
        </p:nvSpPr>
        <p:spPr>
          <a:xfrm>
            <a:off x="8197353" y="6309360"/>
            <a:ext cx="2151134" cy="457200"/>
          </a:xfrm>
        </p:spPr>
        <p:txBody>
          <a:bodyPr/>
          <a:lstStyle/>
          <a:p>
            <a:r>
              <a:rPr lang="en-US"/>
              <a:t>9/8/20XX</a:t>
            </a:r>
            <a:endParaRPr lang="en-US" dirty="0"/>
          </a:p>
        </p:txBody>
      </p:sp>
      <p:sp>
        <p:nvSpPr>
          <p:cNvPr id="15" name="Footer Placeholder 14">
            <a:extLst>
              <a:ext uri="{FF2B5EF4-FFF2-40B4-BE49-F238E27FC236}">
                <a16:creationId xmlns:a16="http://schemas.microsoft.com/office/drawing/2014/main" id="{CFECE62A-61A4-407D-8F0B-D459CD977C75}"/>
              </a:ext>
            </a:extLst>
          </p:cNvPr>
          <p:cNvSpPr>
            <a:spLocks noGrp="1"/>
          </p:cNvSpPr>
          <p:nvPr>
            <p:ph type="ftr" sz="quarter" idx="11"/>
          </p:nvPr>
        </p:nvSpPr>
        <p:spPr>
          <a:xfrm>
            <a:off x="855388" y="6309360"/>
            <a:ext cx="6007691" cy="457200"/>
          </a:xfrm>
        </p:spPr>
        <p:txBody>
          <a:bodyPr/>
          <a:lstStyle>
            <a:lvl1pPr algn="r">
              <a:defRPr/>
            </a:lvl1pPr>
          </a:lstStyle>
          <a:p>
            <a:r>
              <a:rPr lang="en-US"/>
              <a:t>Presentation Title</a:t>
            </a:r>
            <a:endParaRPr lang="en-US" dirty="0"/>
          </a:p>
        </p:txBody>
      </p:sp>
      <p:sp>
        <p:nvSpPr>
          <p:cNvPr id="27" name="Slide Number Placeholder 26">
            <a:extLst>
              <a:ext uri="{FF2B5EF4-FFF2-40B4-BE49-F238E27FC236}">
                <a16:creationId xmlns:a16="http://schemas.microsoft.com/office/drawing/2014/main" id="{99FE60A9-FE2A-451F-9244-60FCE7FE9AD7}"/>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836721537"/>
      </p:ext>
    </p:extLst>
  </p:cSld>
  <p:clrMapOvr>
    <a:masterClrMapping/>
  </p:clrMapOvr>
  <p:hf sldNum="0" hdr="0" ftr="0" dt="0"/>
  <p:extLst>
    <p:ext uri="{DCECCB84-F9BA-43D5-87BE-67443E8EF086}">
      <p15:sldGuideLst xmlns:p15="http://schemas.microsoft.com/office/powerpoint/2012/main">
        <p15:guide id="1" orient="horz" pos="4056">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3184602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5BFD12B6-57DE-4B63-A723-500B050FB7DD}"/>
              </a:ext>
            </a:extLst>
          </p:cNvPr>
          <p:cNvSpPr/>
          <p:nvPr/>
        </p:nvSpPr>
        <p:spPr>
          <a:xfrm>
            <a:off x="0" y="4215384"/>
            <a:ext cx="12192000" cy="2642616"/>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95316" y="1406284"/>
            <a:ext cx="10593694" cy="2597841"/>
          </a:xfrm>
        </p:spPr>
        <p:txBody>
          <a:bodyPr anchor="b">
            <a:normAutofit/>
          </a:bodyPr>
          <a:lstStyle>
            <a:lvl1pPr algn="ctr">
              <a:lnSpc>
                <a:spcPct val="125000"/>
              </a:lnSpc>
              <a:defRPr sz="4400" baseline="0">
                <a:solidFill>
                  <a:schemeClr val="tx1">
                    <a:lumMod val="75000"/>
                    <a:lumOff val="2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818312" y="4527856"/>
            <a:ext cx="6559018" cy="1570245"/>
          </a:xfrm>
        </p:spPr>
        <p:txBody>
          <a:bodyPr anchor="t">
            <a:normAutofit/>
          </a:bodyPr>
          <a:lstStyle>
            <a:lvl1pPr marL="0" indent="0" algn="ctr">
              <a:lnSpc>
                <a:spcPct val="130000"/>
              </a:lnSpc>
              <a:spcBef>
                <a:spcPts val="0"/>
              </a:spcBef>
              <a:buNone/>
              <a:defRPr sz="2400" b="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5F1E2E75-4758-4930-8024-39287C962987}"/>
              </a:ext>
            </a:extLst>
          </p:cNvPr>
          <p:cNvSpPr>
            <a:spLocks noGrp="1"/>
          </p:cNvSpPr>
          <p:nvPr>
            <p:ph type="dt" sz="half" idx="10"/>
          </p:nvPr>
        </p:nvSpPr>
        <p:spPr/>
        <p:txBody>
          <a:bodyPr/>
          <a:lstStyle/>
          <a:p>
            <a:r>
              <a:rPr lang="en-US"/>
              <a:t>9/8/20XX</a:t>
            </a:r>
            <a:endParaRPr lang="en-US" dirty="0"/>
          </a:p>
        </p:txBody>
      </p:sp>
      <p:sp>
        <p:nvSpPr>
          <p:cNvPr id="8" name="Footer Placeholder 7">
            <a:extLst>
              <a:ext uri="{FF2B5EF4-FFF2-40B4-BE49-F238E27FC236}">
                <a16:creationId xmlns:a16="http://schemas.microsoft.com/office/drawing/2014/main" id="{488B9949-402C-42C2-9A94-16590FC0C592}"/>
              </a:ext>
            </a:extLst>
          </p:cNvPr>
          <p:cNvSpPr>
            <a:spLocks noGrp="1"/>
          </p:cNvSpPr>
          <p:nvPr>
            <p:ph type="ftr" sz="quarter" idx="11"/>
          </p:nvPr>
        </p:nvSpPr>
        <p:spPr/>
        <p:txBody>
          <a:bodyPr/>
          <a:lstStyle/>
          <a:p>
            <a:r>
              <a:rPr lang="en-US"/>
              <a:t>Presentation Title</a:t>
            </a:r>
            <a:endParaRPr lang="en-US" dirty="0"/>
          </a:p>
        </p:txBody>
      </p:sp>
      <p:sp>
        <p:nvSpPr>
          <p:cNvPr id="10" name="Slide Number Placeholder 9">
            <a:extLst>
              <a:ext uri="{FF2B5EF4-FFF2-40B4-BE49-F238E27FC236}">
                <a16:creationId xmlns:a16="http://schemas.microsoft.com/office/drawing/2014/main" id="{039D83F6-DAF4-4876-AA41-F246EC970F7D}"/>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11" name="Rectangle 10">
            <a:extLst>
              <a:ext uri="{FF2B5EF4-FFF2-40B4-BE49-F238E27FC236}">
                <a16:creationId xmlns:a16="http://schemas.microsoft.com/office/drawing/2014/main" id="{91613A19-DDA2-44F6-9ED4-F87771C684B8}"/>
              </a:ext>
            </a:extLst>
          </p:cNvPr>
          <p:cNvSpPr/>
          <p:nvPr/>
        </p:nvSpPr>
        <p:spPr>
          <a:xfrm>
            <a:off x="0" y="4215384"/>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13589798"/>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hasCustomPrompt="1"/>
          </p:nvPr>
        </p:nvSpPr>
        <p:spPr>
          <a:xfrm>
            <a:off x="5376670" y="705114"/>
            <a:ext cx="6172412" cy="2403846"/>
          </a:xfrm>
        </p:spPr>
        <p:txBody>
          <a:bodyPr anchor="b"/>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376670" y="3749040"/>
            <a:ext cx="6172411" cy="2346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9/8/20XX</a:t>
            </a:r>
            <a:endParaRPr lang="en-US" dirty="0"/>
          </a:p>
        </p:txBody>
      </p:sp>
      <p:sp>
        <p:nvSpPr>
          <p:cNvPr id="6" name="Footer Placeholder 5"/>
          <p:cNvSpPr>
            <a:spLocks noGrp="1"/>
          </p:cNvSpPr>
          <p:nvPr>
            <p:ph type="ftr" sz="quarter" idx="11"/>
          </p:nvPr>
        </p:nvSpPr>
        <p:spPr/>
        <p:txBody>
          <a:bodyPr/>
          <a:lstStyle/>
          <a:p>
            <a:r>
              <a:rPr lang="en-US"/>
              <a:t>Presentation Title</a:t>
            </a:r>
            <a:endParaRPr lang="en-US" dirty="0"/>
          </a:p>
        </p:txBody>
      </p:sp>
      <p:sp>
        <p:nvSpPr>
          <p:cNvPr id="7" name="Slide Number Placeholder 6"/>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Rectangle 9">
            <a:extLst>
              <a:ext uri="{FF2B5EF4-FFF2-40B4-BE49-F238E27FC236}">
                <a16:creationId xmlns:a16="http://schemas.microsoft.com/office/drawing/2014/main" id="{5CE6B9B5-A5D1-4099-B52B-78F39AB0AFCB}"/>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059855983"/>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5376667" y="658999"/>
            <a:ext cx="6166422" cy="457200"/>
          </a:xfrm>
        </p:spPr>
        <p:txBody>
          <a:bodyPr anchor="b">
            <a:normAutofit/>
          </a:bodyPr>
          <a:lstStyle>
            <a:lvl1pPr marL="0" indent="0">
              <a:lnSpc>
                <a:spcPct val="130000"/>
              </a:lnSpc>
              <a:buNone/>
              <a:defRPr sz="1800" b="1"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76668" y="1116199"/>
            <a:ext cx="6166422" cy="20621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376668" y="3623098"/>
            <a:ext cx="6166421" cy="457200"/>
          </a:xfrm>
        </p:spPr>
        <p:txBody>
          <a:bodyPr anchor="b">
            <a:normAutofit/>
          </a:bodyPr>
          <a:lstStyle>
            <a:lvl1pPr marL="0" indent="0">
              <a:lnSpc>
                <a:spcPct val="99000"/>
              </a:lnSpc>
              <a:buNone/>
              <a:defRPr lang="en-US" sz="1800" b="1" kern="1200" cap="all" spc="150"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130000"/>
              </a:lnSpc>
              <a:spcBef>
                <a:spcPts val="930"/>
              </a:spcBef>
              <a:buFont typeface="Corbel" panose="020B0503020204020204" pitchFamily="34" charset="0"/>
              <a:buNone/>
            </a:pPr>
            <a:r>
              <a:rPr lang="en-US"/>
              <a:t>Click to edit Master text styles</a:t>
            </a:r>
          </a:p>
        </p:txBody>
      </p:sp>
      <p:sp>
        <p:nvSpPr>
          <p:cNvPr id="6" name="Content Placeholder 5"/>
          <p:cNvSpPr>
            <a:spLocks noGrp="1"/>
          </p:cNvSpPr>
          <p:nvPr>
            <p:ph sz="quarter" idx="4"/>
          </p:nvPr>
        </p:nvSpPr>
        <p:spPr>
          <a:xfrm>
            <a:off x="5376670" y="4102370"/>
            <a:ext cx="6166419" cy="206654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9/8/20XX</a:t>
            </a:r>
            <a:endParaRPr lang="en-US" dirty="0"/>
          </a:p>
        </p:txBody>
      </p:sp>
      <p:sp>
        <p:nvSpPr>
          <p:cNvPr id="8" name="Footer Placeholder 7"/>
          <p:cNvSpPr>
            <a:spLocks noGrp="1"/>
          </p:cNvSpPr>
          <p:nvPr>
            <p:ph type="ftr" sz="quarter" idx="11"/>
          </p:nvPr>
        </p:nvSpPr>
        <p:spPr/>
        <p:txBody>
          <a:bodyPr/>
          <a:lstStyle/>
          <a:p>
            <a:r>
              <a:rPr lang="en-US"/>
              <a:t>Presentation Title</a:t>
            </a:r>
            <a:endParaRPr lang="en-US" dirty="0"/>
          </a:p>
        </p:txBody>
      </p:sp>
      <p:sp>
        <p:nvSpPr>
          <p:cNvPr id="9" name="Slide Number Placeholder 8"/>
          <p:cNvSpPr>
            <a:spLocks noGrp="1"/>
          </p:cNvSpPr>
          <p:nvPr>
            <p:ph type="sldNum" sz="quarter" idx="12"/>
          </p:nvPr>
        </p:nvSpPr>
        <p:spPr/>
        <p:txBody>
          <a:bodyPr/>
          <a:lstStyle/>
          <a:p>
            <a:fld id="{FAEF9944-A4F6-4C59-AEBD-678D6480B8EA}" type="slidenum">
              <a:rPr lang="en-US" smtClean="0"/>
              <a:pPr/>
              <a:t>‹#›</a:t>
            </a:fld>
            <a:endParaRPr lang="en-US" dirty="0"/>
          </a:p>
        </p:txBody>
      </p:sp>
      <p:sp>
        <p:nvSpPr>
          <p:cNvPr id="10" name="Title 9">
            <a:extLst>
              <a:ext uri="{FF2B5EF4-FFF2-40B4-BE49-F238E27FC236}">
                <a16:creationId xmlns:a16="http://schemas.microsoft.com/office/drawing/2014/main" id="{D26B370B-8381-431F-9492-0EA1205113EE}"/>
              </a:ext>
            </a:extLst>
          </p:cNvPr>
          <p:cNvSpPr>
            <a:spLocks noGrp="1"/>
          </p:cNvSpPr>
          <p:nvPr>
            <p:ph type="title"/>
          </p:nvPr>
        </p:nvSpPr>
        <p:spPr/>
        <p:txBody>
          <a:bodyPr/>
          <a:lstStyle/>
          <a:p>
            <a:r>
              <a:rPr lang="en-US"/>
              <a:t>Click to edit Master title style</a:t>
            </a:r>
          </a:p>
        </p:txBody>
      </p:sp>
      <p:sp>
        <p:nvSpPr>
          <p:cNvPr id="12" name="Rectangle 11">
            <a:extLst>
              <a:ext uri="{FF2B5EF4-FFF2-40B4-BE49-F238E27FC236}">
                <a16:creationId xmlns:a16="http://schemas.microsoft.com/office/drawing/2014/main" id="{DCA89085-2231-4A9C-B23C-B199A9DD26C5}"/>
              </a:ext>
            </a:extLst>
          </p:cNvPr>
          <p:cNvSpPr/>
          <p:nvPr/>
        </p:nvSpPr>
        <p:spPr>
          <a:xfrm rot="10800000">
            <a:off x="4693920" y="3396997"/>
            <a:ext cx="7498080"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6050562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05CD215-1C45-48A0-8534-39FFE8A7C95A}" type="datetime1">
              <a:rPr lang="en-US" smtClean="0"/>
              <a:t>8/26/2026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FAEF9944-A4F6-4C59-AEBD-678D6480B8EA}" type="slidenum">
              <a:rPr lang="en-US" dirty="0"/>
              <a:t>‹#›</a:t>
            </a:fld>
            <a:endParaRPr lang="en-US" dirty="0"/>
          </a:p>
        </p:txBody>
      </p:sp>
      <p:sp useBgFill="1">
        <p:nvSpPr>
          <p:cNvPr id="6" name="Rectangle 5">
            <a:extLst>
              <a:ext uri="{FF2B5EF4-FFF2-40B4-BE49-F238E27FC236}">
                <a16:creationId xmlns:a16="http://schemas.microsoft.com/office/drawing/2014/main" id="{34C61DF6-3A2D-55DA-8448-C2D07707EFD5}"/>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C7B340BB-A35D-C47D-F28F-6FBE043F6E75}"/>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3DCDAB0E-1B08-9A3E-38B2-E60401CC015C}"/>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id="{944A4B38-C41B-0C14-CB28-67E9721123DD}"/>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DFD99EC-B9CC-A1AC-EFF4-B65977F54B66}"/>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259280CA-3626-981C-CF19-E559E0DA8DAC}"/>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CE5C9117-F419-BD57-1080-86A4D136087F}"/>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1BD54386-29C8-95E0-C9D9-78F27AD2E73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23868504"/>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C7CF41D3-C6B9-4E99-9321-87C4E2168F46}"/>
              </a:ext>
            </a:extLst>
          </p:cNvPr>
          <p:cNvSpPr>
            <a:spLocks noGrp="1"/>
          </p:cNvSpPr>
          <p:nvPr>
            <p:ph type="dt" sz="half" idx="10"/>
          </p:nvPr>
        </p:nvSpPr>
        <p:spPr/>
        <p:txBody>
          <a:bodyPr/>
          <a:lstStyle/>
          <a:p>
            <a:r>
              <a:rPr lang="en-US"/>
              <a:t>9/8/20XX</a:t>
            </a:r>
            <a:endParaRPr lang="en-US" dirty="0"/>
          </a:p>
        </p:txBody>
      </p:sp>
      <p:sp>
        <p:nvSpPr>
          <p:cNvPr id="6" name="Footer Placeholder 5">
            <a:extLst>
              <a:ext uri="{FF2B5EF4-FFF2-40B4-BE49-F238E27FC236}">
                <a16:creationId xmlns:a16="http://schemas.microsoft.com/office/drawing/2014/main" id="{8B5BC6EB-07B1-46AF-AC33-E998BC6AA433}"/>
              </a:ext>
            </a:extLst>
          </p:cNvPr>
          <p:cNvSpPr>
            <a:spLocks noGrp="1"/>
          </p:cNvSpPr>
          <p:nvPr>
            <p:ph type="ftr" sz="quarter" idx="11"/>
          </p:nvPr>
        </p:nvSpPr>
        <p:spPr/>
        <p:txBody>
          <a:bodyPr/>
          <a:lstStyle/>
          <a:p>
            <a:r>
              <a:rPr lang="en-US"/>
              <a:t>Presentation Title</a:t>
            </a:r>
            <a:endParaRPr lang="en-US" dirty="0"/>
          </a:p>
        </p:txBody>
      </p:sp>
      <p:sp>
        <p:nvSpPr>
          <p:cNvPr id="7" name="Slide Number Placeholder 6">
            <a:extLst>
              <a:ext uri="{FF2B5EF4-FFF2-40B4-BE49-F238E27FC236}">
                <a16:creationId xmlns:a16="http://schemas.microsoft.com/office/drawing/2014/main" id="{73E3A0C1-6562-4819-9E88-4C1378FD5DE4}"/>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2874922067"/>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CA29BA-0143-49FF-8608-DB1623D99537}"/>
              </a:ext>
            </a:extLst>
          </p:cNvPr>
          <p:cNvSpPr/>
          <p:nvPr/>
        </p:nvSpPr>
        <p:spPr>
          <a:xfrm>
            <a:off x="0" y="0"/>
            <a:ext cx="8248592"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753015" y="640079"/>
            <a:ext cx="2796066" cy="2551751"/>
          </a:xfrm>
        </p:spPr>
        <p:txBody>
          <a:bodyPr anchor="b">
            <a:normAutofit/>
          </a:bodyPr>
          <a:lstStyle>
            <a:lvl1pPr algn="l">
              <a:lnSpc>
                <a:spcPct val="135000"/>
              </a:lnSpc>
              <a:defRPr sz="3200"/>
            </a:lvl1pPr>
          </a:lstStyle>
          <a:p>
            <a:r>
              <a:rPr lang="en-US"/>
              <a:t>Click to edit Master title style</a:t>
            </a:r>
            <a:endParaRPr lang="en-US" dirty="0"/>
          </a:p>
        </p:txBody>
      </p:sp>
      <p:sp>
        <p:nvSpPr>
          <p:cNvPr id="3" name="Content Placeholder 2"/>
          <p:cNvSpPr>
            <a:spLocks noGrp="1"/>
          </p:cNvSpPr>
          <p:nvPr>
            <p:ph idx="1"/>
          </p:nvPr>
        </p:nvSpPr>
        <p:spPr>
          <a:xfrm>
            <a:off x="638818" y="640078"/>
            <a:ext cx="6969693" cy="5455921"/>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hasCustomPrompt="1"/>
          </p:nvPr>
        </p:nvSpPr>
        <p:spPr>
          <a:xfrm>
            <a:off x="8753015" y="3223803"/>
            <a:ext cx="2796066" cy="2872197"/>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3010CF18-370D-4E80-AE4C-396FFDFCAE5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Date Placeholder 9">
            <a:extLst>
              <a:ext uri="{FF2B5EF4-FFF2-40B4-BE49-F238E27FC236}">
                <a16:creationId xmlns:a16="http://schemas.microsoft.com/office/drawing/2014/main" id="{C5EBFE9C-5A22-4462-9C51-E00C03F55C3D}"/>
              </a:ext>
            </a:extLst>
          </p:cNvPr>
          <p:cNvSpPr>
            <a:spLocks noGrp="1"/>
          </p:cNvSpPr>
          <p:nvPr>
            <p:ph type="dt" sz="half" idx="10"/>
          </p:nvPr>
        </p:nvSpPr>
        <p:spPr>
          <a:xfrm>
            <a:off x="8753015" y="6309360"/>
            <a:ext cx="1734207" cy="457200"/>
          </a:xfrm>
        </p:spPr>
        <p:txBody>
          <a:bodyPr/>
          <a:lstStyle>
            <a:lvl1pPr algn="l">
              <a:defRPr/>
            </a:lvl1pPr>
          </a:lstStyle>
          <a:p>
            <a:r>
              <a:rPr lang="en-US"/>
              <a:t>9/8/20XX</a:t>
            </a:r>
            <a:endParaRPr lang="en-US" dirty="0"/>
          </a:p>
        </p:txBody>
      </p:sp>
      <p:sp>
        <p:nvSpPr>
          <p:cNvPr id="11" name="Footer Placeholder 10">
            <a:extLst>
              <a:ext uri="{FF2B5EF4-FFF2-40B4-BE49-F238E27FC236}">
                <a16:creationId xmlns:a16="http://schemas.microsoft.com/office/drawing/2014/main" id="{2EBBFF2E-AA66-4B76-9139-CB000B5A45D5}"/>
              </a:ext>
            </a:extLst>
          </p:cNvPr>
          <p:cNvSpPr>
            <a:spLocks noGrp="1"/>
          </p:cNvSpPr>
          <p:nvPr>
            <p:ph type="ftr" sz="quarter" idx="11"/>
          </p:nvPr>
        </p:nvSpPr>
        <p:spPr>
          <a:xfrm>
            <a:off x="638818" y="6309360"/>
            <a:ext cx="6993867" cy="457200"/>
          </a:xfrm>
        </p:spPr>
        <p:txBody>
          <a:bodyPr/>
          <a:lstStyle/>
          <a:p>
            <a:r>
              <a:rPr lang="en-US"/>
              <a:t>Presentation Title</a:t>
            </a:r>
            <a:endParaRPr lang="en-US" dirty="0"/>
          </a:p>
        </p:txBody>
      </p:sp>
      <p:sp>
        <p:nvSpPr>
          <p:cNvPr id="12" name="Slide Number Placeholder 11">
            <a:extLst>
              <a:ext uri="{FF2B5EF4-FFF2-40B4-BE49-F238E27FC236}">
                <a16:creationId xmlns:a16="http://schemas.microsoft.com/office/drawing/2014/main" id="{A44F64C4-BF20-4F6B-B650-57C71C828A68}"/>
              </a:ext>
            </a:extLst>
          </p:cNvPr>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56233360"/>
      </p:ext>
    </p:extLst>
  </p:cSld>
  <p:clrMapOvr>
    <a:masterClrMapping/>
  </p:clrMapOvr>
  <p:hf sldNum="0" hdr="0" ftr="0" dt="0"/>
  <p:extLst>
    <p:ext uri="{DCECCB84-F9BA-43D5-87BE-67443E8EF086}">
      <p15:sldGuideLst xmlns:p15="http://schemas.microsoft.com/office/powerpoint/2012/main">
        <p15:guide id="1" pos="540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834996" y="640079"/>
            <a:ext cx="2714085" cy="2695903"/>
          </a:xfrm>
        </p:spPr>
        <p:txBody>
          <a:bodyPr anchor="b">
            <a:noAutofit/>
          </a:bodyPr>
          <a:lstStyle>
            <a:lvl1pPr algn="l">
              <a:lnSpc>
                <a:spcPct val="104000"/>
              </a:lnSpc>
              <a:defRPr sz="3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8248592" cy="6857999"/>
          </a:xfrm>
          <a:solidFill>
            <a:schemeClr val="bg2">
              <a:lumMod val="90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hasCustomPrompt="1"/>
          </p:nvPr>
        </p:nvSpPr>
        <p:spPr>
          <a:xfrm>
            <a:off x="8834996" y="3429000"/>
            <a:ext cx="2714085" cy="2508026"/>
          </a:xfrm>
        </p:spPr>
        <p:txBody>
          <a:bodyPr anchor="t">
            <a:normAutofit/>
          </a:bodyPr>
          <a:lstStyle>
            <a:lvl1pPr marL="0" indent="0">
              <a:spcBef>
                <a:spcPts val="1400"/>
              </a:spcBef>
              <a:buNone/>
              <a:defRPr sz="1800" b="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Edit Master text styles</a:t>
            </a:r>
          </a:p>
        </p:txBody>
      </p:sp>
      <p:sp>
        <p:nvSpPr>
          <p:cNvPr id="9" name="Rectangle 8">
            <a:extLst>
              <a:ext uri="{FF2B5EF4-FFF2-40B4-BE49-F238E27FC236}">
                <a16:creationId xmlns:a16="http://schemas.microsoft.com/office/drawing/2014/main" id="{90949BC8-9ABF-49F6-851C-5DB0B86CA70D}"/>
              </a:ext>
            </a:extLst>
          </p:cNvPr>
          <p:cNvSpPr/>
          <p:nvPr/>
        </p:nvSpPr>
        <p:spPr>
          <a:xfrm rot="5400000">
            <a:off x="485159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a:extLst>
              <a:ext uri="{FF2B5EF4-FFF2-40B4-BE49-F238E27FC236}">
                <a16:creationId xmlns:a16="http://schemas.microsoft.com/office/drawing/2014/main" id="{04E1EE21-E3FA-4D43-B224-C664959637B0}"/>
              </a:ext>
            </a:extLst>
          </p:cNvPr>
          <p:cNvSpPr>
            <a:spLocks noGrp="1"/>
          </p:cNvSpPr>
          <p:nvPr>
            <p:ph type="dt" sz="half" idx="10"/>
          </p:nvPr>
        </p:nvSpPr>
        <p:spPr>
          <a:xfrm>
            <a:off x="8834997" y="6309360"/>
            <a:ext cx="1645920" cy="457200"/>
          </a:xfrm>
        </p:spPr>
        <p:txBody>
          <a:bodyPr/>
          <a:lstStyle/>
          <a:p>
            <a:r>
              <a:rPr lang="en-US"/>
              <a:t>9/8/20XX</a:t>
            </a:r>
            <a:endParaRPr lang="en-US" dirty="0"/>
          </a:p>
        </p:txBody>
      </p:sp>
      <p:sp>
        <p:nvSpPr>
          <p:cNvPr id="7" name="Slide Number Placeholder 6">
            <a:extLst>
              <a:ext uri="{FF2B5EF4-FFF2-40B4-BE49-F238E27FC236}">
                <a16:creationId xmlns:a16="http://schemas.microsoft.com/office/drawing/2014/main" id="{A32D7F83-8993-4ED4-9F02-663CC085052F}"/>
              </a:ext>
            </a:extLst>
          </p:cNvPr>
          <p:cNvSpPr>
            <a:spLocks noGrp="1"/>
          </p:cNvSpPr>
          <p:nvPr>
            <p:ph type="sldNum" sz="quarter" idx="12"/>
          </p:nvPr>
        </p:nvSpPr>
        <p:spPr/>
        <p:txBody>
          <a:bodyPr/>
          <a:lstStyle/>
          <a:p>
            <a:fld id="{FAEF9944-A4F6-4C59-AEBD-678D6480B8EA}" type="slidenum">
              <a:rPr lang="en-US" smtClean="0"/>
              <a:pPr/>
              <a:t>‹#›</a:t>
            </a:fld>
            <a:endParaRPr lang="en-US" dirty="0"/>
          </a:p>
        </p:txBody>
      </p:sp>
      <p:sp>
        <p:nvSpPr>
          <p:cNvPr id="6" name="Footer Placeholder 5">
            <a:extLst>
              <a:ext uri="{FF2B5EF4-FFF2-40B4-BE49-F238E27FC236}">
                <a16:creationId xmlns:a16="http://schemas.microsoft.com/office/drawing/2014/main" id="{8E3678B7-E511-4CE1-BEE5-89E959B9BFD6}"/>
              </a:ext>
            </a:extLst>
          </p:cNvPr>
          <p:cNvSpPr>
            <a:spLocks noGrp="1"/>
          </p:cNvSpPr>
          <p:nvPr>
            <p:ph type="ftr" sz="quarter" idx="11"/>
          </p:nvPr>
        </p:nvSpPr>
        <p:spPr>
          <a:xfrm>
            <a:off x="640080" y="6309360"/>
            <a:ext cx="4946592" cy="457200"/>
          </a:xfrm>
        </p:spPr>
        <p:txBody>
          <a:bodyPr/>
          <a:lstStyle>
            <a:lvl1pPr>
              <a:defRPr>
                <a:solidFill>
                  <a:srgbClr val="FFFFFF"/>
                </a:solidFill>
                <a:effectLst>
                  <a:outerShdw blurRad="50800" dist="38100" dir="2700000" algn="tl" rotWithShape="0">
                    <a:prstClr val="black">
                      <a:alpha val="43000"/>
                    </a:prstClr>
                  </a:outerShdw>
                </a:effectLst>
              </a:defRPr>
            </a:lvl1pPr>
          </a:lstStyle>
          <a:p>
            <a:r>
              <a:rPr lang="en-US"/>
              <a:t>Presentation Title</a:t>
            </a:r>
            <a:endParaRPr lang="en-US" dirty="0"/>
          </a:p>
        </p:txBody>
      </p:sp>
    </p:spTree>
    <p:extLst>
      <p:ext uri="{BB962C8B-B14F-4D97-AF65-F5344CB8AC3E}">
        <p14:creationId xmlns:p14="http://schemas.microsoft.com/office/powerpoint/2010/main" val="349745804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9/8/20XX</a:t>
            </a:r>
            <a:endParaRPr lang="en-US" dirty="0"/>
          </a:p>
        </p:txBody>
      </p:sp>
      <p:sp>
        <p:nvSpPr>
          <p:cNvPr id="5" name="Footer Placeholder 4"/>
          <p:cNvSpPr>
            <a:spLocks noGrp="1"/>
          </p:cNvSpPr>
          <p:nvPr>
            <p:ph type="ftr" sz="quarter" idx="11"/>
          </p:nvPr>
        </p:nvSpPr>
        <p:spPr/>
        <p:txBody>
          <a:bodyPr/>
          <a:lstStyle/>
          <a:p>
            <a:r>
              <a:rPr lang="en-US"/>
              <a:t>Presentation Title</a:t>
            </a:r>
            <a:endParaRPr lang="en-US" dirty="0"/>
          </a:p>
        </p:txBody>
      </p:sp>
      <p:sp>
        <p:nvSpPr>
          <p:cNvPr id="6" name="Slide Number Placeholder 5"/>
          <p:cNvSpPr>
            <a:spLocks noGrp="1"/>
          </p:cNvSpPr>
          <p:nvPr>
            <p:ph type="sldNum" sz="quarter" idx="12"/>
          </p:nvPr>
        </p:nvSpPr>
        <p:spPr/>
        <p:txBody>
          <a:bodyPr/>
          <a:lstStyle/>
          <a:p>
            <a:fld id="{FAEF9944-A4F6-4C59-AEBD-678D6480B8EA}" type="slidenum">
              <a:rPr lang="en-US" smtClean="0"/>
              <a:pPr/>
              <a:t>‹#›</a:t>
            </a:fld>
            <a:endParaRPr lang="en-US" dirty="0"/>
          </a:p>
        </p:txBody>
      </p:sp>
    </p:spTree>
    <p:extLst>
      <p:ext uri="{BB962C8B-B14F-4D97-AF65-F5344CB8AC3E}">
        <p14:creationId xmlns:p14="http://schemas.microsoft.com/office/powerpoint/2010/main" val="13514780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77965" y="507037"/>
            <a:ext cx="1571626" cy="533993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933700" y="524373"/>
            <a:ext cx="5959577" cy="5322596"/>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9277965" y="6296615"/>
            <a:ext cx="2505996" cy="365125"/>
          </a:xfrm>
        </p:spPr>
        <p:txBody>
          <a:bodyPr/>
          <a:lstStyle/>
          <a:p>
            <a:r>
              <a:rPr lang="en-US"/>
              <a:t>9/8/20XX</a:t>
            </a:r>
            <a:endParaRPr lang="en-US" dirty="0"/>
          </a:p>
        </p:txBody>
      </p:sp>
      <p:sp>
        <p:nvSpPr>
          <p:cNvPr id="5" name="Footer Placeholder 4"/>
          <p:cNvSpPr>
            <a:spLocks noGrp="1"/>
          </p:cNvSpPr>
          <p:nvPr>
            <p:ph type="ftr" sz="quarter" idx="11"/>
          </p:nvPr>
        </p:nvSpPr>
        <p:spPr>
          <a:xfrm>
            <a:off x="2933699" y="6296615"/>
            <a:ext cx="5959577" cy="365125"/>
          </a:xfrm>
        </p:spPr>
        <p:txBody>
          <a:bodyPr/>
          <a:lstStyle/>
          <a:p>
            <a:r>
              <a:rPr lang="en-US"/>
              <a:t>Presentation Title</a:t>
            </a:r>
            <a:endParaRPr lang="en-US" dirty="0"/>
          </a:p>
        </p:txBody>
      </p:sp>
      <p:sp>
        <p:nvSpPr>
          <p:cNvPr id="6" name="Slide Number Placeholder 5"/>
          <p:cNvSpPr>
            <a:spLocks noGrp="1"/>
          </p:cNvSpPr>
          <p:nvPr>
            <p:ph type="sldNum" sz="quarter" idx="12"/>
          </p:nvPr>
        </p:nvSpPr>
        <p:spPr>
          <a:xfrm rot="5400000">
            <a:off x="8734643" y="2853201"/>
            <a:ext cx="5383267" cy="604269"/>
          </a:xfrm>
        </p:spPr>
        <p:txBody>
          <a:bodyPr/>
          <a:lstStyle>
            <a:lvl1pPr algn="l">
              <a:defRPr/>
            </a:lvl1pPr>
          </a:lstStyle>
          <a:p>
            <a:fld id="{FAEF9944-A4F6-4C59-AEBD-678D6480B8EA}" type="slidenum">
              <a:rPr lang="en-US" smtClean="0"/>
              <a:pPr/>
              <a:t>‹#›</a:t>
            </a:fld>
            <a:endParaRPr lang="en-US" dirty="0"/>
          </a:p>
        </p:txBody>
      </p:sp>
      <p:cxnSp>
        <p:nvCxnSpPr>
          <p:cNvPr id="7" name="Straight Connector 6" title="Rule Line">
            <a:extLst>
              <a:ext uri="{FF2B5EF4-FFF2-40B4-BE49-F238E27FC236}">
                <a16:creationId xmlns:a16="http://schemas.microsoft.com/office/drawing/2014/main" id="{A1005B08-D2D4-455C-AA62-1200E43E7AF9}"/>
              </a:ext>
            </a:extLst>
          </p:cNvPr>
          <p:cNvCxnSpPr/>
          <p:nvPr/>
        </p:nvCxnSpPr>
        <p:spPr>
          <a:xfrm>
            <a:off x="9111582" y="571502"/>
            <a:ext cx="0" cy="5275467"/>
          </a:xfrm>
          <a:prstGeom prst="line">
            <a:avLst/>
          </a:prstGeom>
          <a:ln w="38100">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8124263"/>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ontent 3">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BF5F5DFA-1BC3-4062-9356-6145C9F7CD56}"/>
              </a:ext>
              <a:ext uri="{C183D7F6-B498-43B3-948B-1728B52AA6E4}">
                <adec:decorative xmlns:adec="http://schemas.microsoft.com/office/drawing/2017/decorative" val="1"/>
              </a:ext>
            </a:extLst>
          </p:cNvPr>
          <p:cNvSpPr/>
          <p:nvPr userDrawn="1"/>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E6B5D461-AEC0-477F-A77A-6227F95A8374}"/>
              </a:ext>
              <a:ext uri="{C183D7F6-B498-43B3-948B-1728B52AA6E4}">
                <adec:decorative xmlns:adec="http://schemas.microsoft.com/office/drawing/2017/decorative" val="1"/>
              </a:ext>
            </a:extLst>
          </p:cNvPr>
          <p:cNvSpPr/>
          <p:nvPr userDrawn="1"/>
        </p:nvSpPr>
        <p:spPr>
          <a:xfrm>
            <a:off x="8175813" y="0"/>
            <a:ext cx="4016188" cy="105654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DE1A041D-DE47-45FA-AC78-CC7FD02571F2}"/>
              </a:ext>
              <a:ext uri="{C183D7F6-B498-43B3-948B-1728B52AA6E4}">
                <adec:decorative xmlns:adec="http://schemas.microsoft.com/office/drawing/2017/decorative" val="1"/>
              </a:ext>
            </a:extLst>
          </p:cNvPr>
          <p:cNvSpPr/>
          <p:nvPr userDrawn="1"/>
        </p:nvSpPr>
        <p:spPr>
          <a:xfrm>
            <a:off x="1525" y="1031500"/>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11614254-52EF-4F58-99B1-CDA7C39223C1}"/>
              </a:ext>
              <a:ext uri="{C183D7F6-B498-43B3-948B-1728B52AA6E4}">
                <adec:decorative xmlns:adec="http://schemas.microsoft.com/office/drawing/2017/decorative" val="1"/>
              </a:ext>
            </a:extLst>
          </p:cNvPr>
          <p:cNvSpPr/>
          <p:nvPr userDrawn="1"/>
        </p:nvSpPr>
        <p:spPr>
          <a:xfrm>
            <a:off x="-9134" y="1095508"/>
            <a:ext cx="8203482" cy="5016893"/>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BD3B3ABA-0408-41EA-935D-D4F4586AA840}"/>
              </a:ext>
            </a:extLst>
          </p:cNvPr>
          <p:cNvSpPr>
            <a:spLocks noGrp="1"/>
          </p:cNvSpPr>
          <p:nvPr>
            <p:ph type="title" hasCustomPrompt="1"/>
          </p:nvPr>
        </p:nvSpPr>
        <p:spPr>
          <a:xfrm>
            <a:off x="787178" y="1361923"/>
            <a:ext cx="6623040" cy="1421898"/>
          </a:xfrm>
        </p:spPr>
        <p:txBody>
          <a:bodyPr anchor="b" anchorCtr="0">
            <a:noAutofit/>
          </a:bodyPr>
          <a:lstStyle>
            <a:lvl1pPr>
              <a:lnSpc>
                <a:spcPct val="100000"/>
              </a:lnSpc>
              <a:defRPr sz="3200"/>
            </a:lvl1pPr>
          </a:lstStyle>
          <a:p>
            <a:r>
              <a:rPr lang="en-US" dirty="0"/>
              <a:t>Click to add title</a:t>
            </a:r>
          </a:p>
        </p:txBody>
      </p:sp>
      <p:sp>
        <p:nvSpPr>
          <p:cNvPr id="3" name="Content Placeholder 2">
            <a:extLst>
              <a:ext uri="{FF2B5EF4-FFF2-40B4-BE49-F238E27FC236}">
                <a16:creationId xmlns:a16="http://schemas.microsoft.com/office/drawing/2014/main" id="{C40EA5BF-04A6-2B17-0703-8419C4DB97FF}"/>
              </a:ext>
            </a:extLst>
          </p:cNvPr>
          <p:cNvSpPr>
            <a:spLocks noGrp="1"/>
          </p:cNvSpPr>
          <p:nvPr>
            <p:ph sz="quarter" idx="14" hasCustomPrompt="1"/>
          </p:nvPr>
        </p:nvSpPr>
        <p:spPr>
          <a:xfrm>
            <a:off x="787399" y="2916772"/>
            <a:ext cx="6622819" cy="2852639"/>
          </a:xfrm>
        </p:spPr>
        <p:txBody>
          <a:bodyPr anchor="t"/>
          <a:lstStyle>
            <a:lvl1pPr marL="0" indent="0">
              <a:lnSpc>
                <a:spcPct val="125000"/>
              </a:lnSpc>
              <a:spcAft>
                <a:spcPts val="600"/>
              </a:spcAft>
              <a:buNone/>
              <a:defRPr sz="2000" b="0"/>
            </a:lvl1pPr>
            <a:lvl2pPr>
              <a:lnSpc>
                <a:spcPct val="125000"/>
              </a:lnSpc>
              <a:spcAft>
                <a:spcPts val="600"/>
              </a:spcAft>
              <a:defRPr/>
            </a:lvl2pPr>
            <a:lvl3pPr>
              <a:lnSpc>
                <a:spcPct val="125000"/>
              </a:lnSpc>
              <a:spcAft>
                <a:spcPts val="600"/>
              </a:spcAft>
              <a:defRPr/>
            </a:lvl3pPr>
            <a:lvl4pPr>
              <a:lnSpc>
                <a:spcPct val="125000"/>
              </a:lnSpc>
              <a:spcAft>
                <a:spcPts val="600"/>
              </a:spcAft>
              <a:defRPr/>
            </a:lvl4pPr>
            <a:lvl5pPr>
              <a:lnSpc>
                <a:spcPct val="125000"/>
              </a:lnSpc>
              <a:spcAft>
                <a:spcPts val="600"/>
              </a:spcAf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Rectangle 13">
            <a:extLst>
              <a:ext uri="{FF2B5EF4-FFF2-40B4-BE49-F238E27FC236}">
                <a16:creationId xmlns:a16="http://schemas.microsoft.com/office/drawing/2014/main" id="{1837301C-2B9B-4119-9002-BD6DB2AB87FB}"/>
              </a:ext>
              <a:ext uri="{C183D7F6-B498-43B3-948B-1728B52AA6E4}">
                <adec:decorative xmlns:adec="http://schemas.microsoft.com/office/drawing/2017/decorative" val="1"/>
              </a:ext>
            </a:extLst>
          </p:cNvPr>
          <p:cNvSpPr/>
          <p:nvPr userDrawn="1"/>
        </p:nvSpPr>
        <p:spPr>
          <a:xfrm>
            <a:off x="-1" y="6144405"/>
            <a:ext cx="8150087" cy="71359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BD12738D-D0ED-4899-A01C-42439B5B3E64}"/>
              </a:ext>
              <a:ext uri="{C183D7F6-B498-43B3-948B-1728B52AA6E4}">
                <adec:decorative xmlns:adec="http://schemas.microsoft.com/office/drawing/2017/decorative" val="1"/>
              </a:ext>
            </a:extLst>
          </p:cNvPr>
          <p:cNvSpPr/>
          <p:nvPr userDrawn="1"/>
        </p:nvSpPr>
        <p:spPr>
          <a:xfrm>
            <a:off x="8206532" y="6167615"/>
            <a:ext cx="3982418" cy="690385"/>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5EED261D-45B9-40C1-8341-8B8B796E8AE2}"/>
              </a:ext>
              <a:ext uri="{C183D7F6-B498-43B3-948B-1728B52AA6E4}">
                <adec:decorative xmlns:adec="http://schemas.microsoft.com/office/drawing/2017/decorative" val="1"/>
              </a:ext>
            </a:extLst>
          </p:cNvPr>
          <p:cNvSpPr/>
          <p:nvPr userDrawn="1"/>
        </p:nvSpPr>
        <p:spPr>
          <a:xfrm>
            <a:off x="1525" y="6112401"/>
            <a:ext cx="1218895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ooter Placeholder 7">
            <a:extLst>
              <a:ext uri="{FF2B5EF4-FFF2-40B4-BE49-F238E27FC236}">
                <a16:creationId xmlns:a16="http://schemas.microsoft.com/office/drawing/2014/main" id="{182CF530-D736-4104-8678-850EEDF997E6}"/>
              </a:ext>
            </a:extLst>
          </p:cNvPr>
          <p:cNvSpPr>
            <a:spLocks noGrp="1"/>
          </p:cNvSpPr>
          <p:nvPr>
            <p:ph type="ftr" sz="quarter" idx="11"/>
          </p:nvPr>
        </p:nvSpPr>
        <p:spPr>
          <a:xfrm>
            <a:off x="787178" y="6309360"/>
            <a:ext cx="6623040" cy="457200"/>
          </a:xfrm>
        </p:spPr>
        <p:txBody>
          <a:bodyPr/>
          <a:lstStyle>
            <a:lvl1pPr>
              <a:defRPr>
                <a:solidFill>
                  <a:schemeClr val="bg1"/>
                </a:solidFill>
              </a:defRPr>
            </a:lvl1pPr>
          </a:lstStyle>
          <a:p>
            <a:r>
              <a:rPr lang="en-US" dirty="0"/>
              <a:t>Presentation Title</a:t>
            </a:r>
          </a:p>
        </p:txBody>
      </p:sp>
      <p:sp>
        <p:nvSpPr>
          <p:cNvPr id="19" name="Date Placeholder 5">
            <a:extLst>
              <a:ext uri="{FF2B5EF4-FFF2-40B4-BE49-F238E27FC236}">
                <a16:creationId xmlns:a16="http://schemas.microsoft.com/office/drawing/2014/main" id="{8DEDB7CE-711E-4E43-9450-4C7BECE2FCFC}"/>
              </a:ext>
            </a:extLst>
          </p:cNvPr>
          <p:cNvSpPr>
            <a:spLocks noGrp="1"/>
          </p:cNvSpPr>
          <p:nvPr>
            <p:ph type="dt" sz="half" idx="10"/>
          </p:nvPr>
        </p:nvSpPr>
        <p:spPr>
          <a:xfrm>
            <a:off x="8379537" y="6309360"/>
            <a:ext cx="1885598" cy="457200"/>
          </a:xfrm>
        </p:spPr>
        <p:txBody>
          <a:bodyPr/>
          <a:lstStyle/>
          <a:p>
            <a:r>
              <a:rPr lang="en-US" dirty="0"/>
              <a:t>9/8/20XX</a:t>
            </a:r>
          </a:p>
        </p:txBody>
      </p:sp>
      <p:sp>
        <p:nvSpPr>
          <p:cNvPr id="20" name="Slide Number Placeholder 9">
            <a:extLst>
              <a:ext uri="{FF2B5EF4-FFF2-40B4-BE49-F238E27FC236}">
                <a16:creationId xmlns:a16="http://schemas.microsoft.com/office/drawing/2014/main" id="{F5D9588C-9E6B-42F6-8B42-D18388626ACB}"/>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18" name="Rectangle 17">
            <a:extLst>
              <a:ext uri="{FF2B5EF4-FFF2-40B4-BE49-F238E27FC236}">
                <a16:creationId xmlns:a16="http://schemas.microsoft.com/office/drawing/2014/main" id="{3E23953F-BF80-48E0-8282-62907D6C29C6}"/>
              </a:ext>
              <a:ext uri="{C183D7F6-B498-43B3-948B-1728B52AA6E4}">
                <adec:decorative xmlns:adec="http://schemas.microsoft.com/office/drawing/2017/decorative" val="1"/>
              </a:ext>
            </a:extLst>
          </p:cNvPr>
          <p:cNvSpPr/>
          <p:nvPr userDrawn="1"/>
        </p:nvSpPr>
        <p:spPr>
          <a:xfrm>
            <a:off x="8142523" y="0"/>
            <a:ext cx="64008"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BD79D74E-6357-D3E7-30C0-09B4B82BA321}"/>
              </a:ext>
              <a:ext uri="{C183D7F6-B498-43B3-948B-1728B52AA6E4}">
                <adec:decorative xmlns:adec="http://schemas.microsoft.com/office/drawing/2017/decorative" val="1"/>
              </a:ext>
            </a:extLst>
          </p:cNvPr>
          <p:cNvSpPr/>
          <p:nvPr userDrawn="1"/>
        </p:nvSpPr>
        <p:spPr>
          <a:xfrm>
            <a:off x="8203482" y="1095507"/>
            <a:ext cx="3997653" cy="501689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9156732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wo Content 3">
    <p:spTree>
      <p:nvGrpSpPr>
        <p:cNvPr id="1" name=""/>
        <p:cNvGrpSpPr/>
        <p:nvPr/>
      </p:nvGrpSpPr>
      <p:grpSpPr>
        <a:xfrm>
          <a:off x="0" y="0"/>
          <a:ext cx="0" cy="0"/>
          <a:chOff x="0" y="0"/>
          <a:chExt cx="0" cy="0"/>
        </a:xfrm>
      </p:grpSpPr>
      <p:sp useBgFill="1">
        <p:nvSpPr>
          <p:cNvPr id="2" name="Rectangle 1">
            <a:extLst>
              <a:ext uri="{FF2B5EF4-FFF2-40B4-BE49-F238E27FC236}">
                <a16:creationId xmlns:a16="http://schemas.microsoft.com/office/drawing/2014/main" id="{2A19A957-1FB5-43F8-B325-BBD9FEF23E88}"/>
              </a:ext>
              <a:ext uri="{C183D7F6-B498-43B3-948B-1728B52AA6E4}">
                <adec:decorative xmlns:adec="http://schemas.microsoft.com/office/drawing/2017/decorative" val="1"/>
              </a:ext>
            </a:extLst>
          </p:cNvPr>
          <p:cNvSpPr/>
          <p:nvPr userDrawn="1"/>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0" name="Rectangle 19">
            <a:extLst>
              <a:ext uri="{FF2B5EF4-FFF2-40B4-BE49-F238E27FC236}">
                <a16:creationId xmlns:a16="http://schemas.microsoft.com/office/drawing/2014/main" id="{3FA5410A-92A6-4C0B-9D89-186B7DDB20BD}"/>
              </a:ext>
              <a:ext uri="{C183D7F6-B498-43B3-948B-1728B52AA6E4}">
                <adec:decorative xmlns:adec="http://schemas.microsoft.com/office/drawing/2017/decorative" val="1"/>
              </a:ext>
            </a:extLst>
          </p:cNvPr>
          <p:cNvSpPr/>
          <p:nvPr userDrawn="1"/>
        </p:nvSpPr>
        <p:spPr>
          <a:xfrm>
            <a:off x="0" y="0"/>
            <a:ext cx="12192000" cy="135161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21A26073-23A2-4B91-A128-79AA1BE93523}"/>
              </a:ext>
              <a:ext uri="{C183D7F6-B498-43B3-948B-1728B52AA6E4}">
                <adec:decorative xmlns:adec="http://schemas.microsoft.com/office/drawing/2017/decorative" val="1"/>
              </a:ext>
            </a:extLst>
          </p:cNvPr>
          <p:cNvSpPr/>
          <p:nvPr userDrawn="1"/>
        </p:nvSpPr>
        <p:spPr>
          <a:xfrm>
            <a:off x="1" y="1351619"/>
            <a:ext cx="12192000" cy="4749487"/>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C14D5DFA-0CEA-43F0-98EE-6C9F741F7C96}"/>
              </a:ext>
              <a:ext uri="{C183D7F6-B498-43B3-948B-1728B52AA6E4}">
                <adec:decorative xmlns:adec="http://schemas.microsoft.com/office/drawing/2017/decorative" val="1"/>
              </a:ext>
            </a:extLst>
          </p:cNvPr>
          <p:cNvSpPr/>
          <p:nvPr userDrawn="1"/>
        </p:nvSpPr>
        <p:spPr>
          <a:xfrm>
            <a:off x="1" y="6107836"/>
            <a:ext cx="4651248" cy="7501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itle 1">
            <a:extLst>
              <a:ext uri="{FF2B5EF4-FFF2-40B4-BE49-F238E27FC236}">
                <a16:creationId xmlns:a16="http://schemas.microsoft.com/office/drawing/2014/main" id="{5E19795B-1103-80EF-6098-1E8371D07DB8}"/>
              </a:ext>
            </a:extLst>
          </p:cNvPr>
          <p:cNvSpPr>
            <a:spLocks noGrp="1"/>
          </p:cNvSpPr>
          <p:nvPr>
            <p:ph type="title" hasCustomPrompt="1"/>
          </p:nvPr>
        </p:nvSpPr>
        <p:spPr>
          <a:xfrm>
            <a:off x="648935" y="91439"/>
            <a:ext cx="10900146" cy="1168739"/>
          </a:xfrm>
        </p:spPr>
        <p:txBody>
          <a:bodyPr tIns="182880" anchor="ctr" anchorCtr="0">
            <a:noAutofit/>
          </a:bodyPr>
          <a:lstStyle>
            <a:lvl1pPr>
              <a:lnSpc>
                <a:spcPct val="100000"/>
              </a:lnSpc>
              <a:defRPr sz="3200">
                <a:solidFill>
                  <a:schemeClr val="bg1"/>
                </a:solidFill>
              </a:defRPr>
            </a:lvl1pPr>
          </a:lstStyle>
          <a:p>
            <a:r>
              <a:rPr lang="en-US" dirty="0">
                <a:solidFill>
                  <a:schemeClr val="bg1"/>
                </a:solidFill>
              </a:rPr>
              <a:t>Click to add title</a:t>
            </a:r>
          </a:p>
        </p:txBody>
      </p:sp>
      <p:sp>
        <p:nvSpPr>
          <p:cNvPr id="3" name="Content Placeholder 2">
            <a:extLst>
              <a:ext uri="{FF2B5EF4-FFF2-40B4-BE49-F238E27FC236}">
                <a16:creationId xmlns:a16="http://schemas.microsoft.com/office/drawing/2014/main" id="{7ED4F766-C576-F298-E93A-CD0D832F8E4F}"/>
              </a:ext>
            </a:extLst>
          </p:cNvPr>
          <p:cNvSpPr>
            <a:spLocks noGrp="1"/>
          </p:cNvSpPr>
          <p:nvPr>
            <p:ph sz="quarter" idx="14" hasCustomPrompt="1"/>
          </p:nvPr>
        </p:nvSpPr>
        <p:spPr>
          <a:xfrm>
            <a:off x="648935" y="1646102"/>
            <a:ext cx="3819652" cy="4160520"/>
          </a:xfrm>
        </p:spPr>
        <p:txBody>
          <a:bodyPr anchor="t">
            <a:normAutofit/>
          </a:bodyPr>
          <a:lstStyle>
            <a:lvl1pPr>
              <a:lnSpc>
                <a:spcPct val="125000"/>
              </a:lnSpc>
              <a:spcAft>
                <a:spcPts val="600"/>
              </a:spcAft>
              <a:defRPr sz="1800" b="0"/>
            </a:lvl1pPr>
            <a:lvl2pPr>
              <a:lnSpc>
                <a:spcPct val="125000"/>
              </a:lnSpc>
              <a:spcAft>
                <a:spcPts val="600"/>
              </a:spcAft>
              <a:defRPr sz="1800"/>
            </a:lvl2pPr>
            <a:lvl3pPr>
              <a:lnSpc>
                <a:spcPct val="125000"/>
              </a:lnSpc>
              <a:spcAft>
                <a:spcPts val="600"/>
              </a:spcAft>
              <a:defRPr sz="1800"/>
            </a:lvl3pPr>
            <a:lvl4pPr>
              <a:lnSpc>
                <a:spcPct val="125000"/>
              </a:lnSpc>
              <a:spcAft>
                <a:spcPts val="600"/>
              </a:spcAft>
              <a:defRPr sz="1800"/>
            </a:lvl4pPr>
            <a:lvl5pPr>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Rectangle 8">
            <a:extLst>
              <a:ext uri="{FF2B5EF4-FFF2-40B4-BE49-F238E27FC236}">
                <a16:creationId xmlns:a16="http://schemas.microsoft.com/office/drawing/2014/main" id="{8352712D-F957-4B22-8B50-BE10410FF895}"/>
              </a:ext>
              <a:ext uri="{C183D7F6-B498-43B3-948B-1728B52AA6E4}">
                <adec:decorative xmlns:adec="http://schemas.microsoft.com/office/drawing/2017/decorative" val="1"/>
              </a:ext>
            </a:extLst>
          </p:cNvPr>
          <p:cNvSpPr/>
          <p:nvPr userDrawn="1"/>
        </p:nvSpPr>
        <p:spPr>
          <a:xfrm>
            <a:off x="1524" y="6101107"/>
            <a:ext cx="1218895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Footer Placeholder 29">
            <a:extLst>
              <a:ext uri="{FF2B5EF4-FFF2-40B4-BE49-F238E27FC236}">
                <a16:creationId xmlns:a16="http://schemas.microsoft.com/office/drawing/2014/main" id="{26FD74F8-42BB-4CB4-ABF1-5F149743B464}"/>
              </a:ext>
            </a:extLst>
          </p:cNvPr>
          <p:cNvSpPr>
            <a:spLocks noGrp="1"/>
          </p:cNvSpPr>
          <p:nvPr>
            <p:ph type="ftr" sz="quarter" idx="11"/>
          </p:nvPr>
        </p:nvSpPr>
        <p:spPr>
          <a:xfrm>
            <a:off x="642917" y="6309360"/>
            <a:ext cx="3423986" cy="457200"/>
          </a:xfrm>
        </p:spPr>
        <p:txBody>
          <a:bodyPr/>
          <a:lstStyle>
            <a:lvl1pPr>
              <a:defRPr>
                <a:solidFill>
                  <a:schemeClr val="bg1"/>
                </a:solidFill>
              </a:defRPr>
            </a:lvl1pPr>
          </a:lstStyle>
          <a:p>
            <a:r>
              <a:rPr lang="en-US" dirty="0"/>
              <a:t>Presentation Title</a:t>
            </a:r>
            <a:endParaRPr lang="en-US" dirty="0">
              <a:solidFill>
                <a:schemeClr val="bg1"/>
              </a:solidFill>
            </a:endParaRPr>
          </a:p>
        </p:txBody>
      </p:sp>
      <p:sp>
        <p:nvSpPr>
          <p:cNvPr id="10" name="Date Placeholder 28">
            <a:extLst>
              <a:ext uri="{FF2B5EF4-FFF2-40B4-BE49-F238E27FC236}">
                <a16:creationId xmlns:a16="http://schemas.microsoft.com/office/drawing/2014/main" id="{5B031752-6400-4BFB-979F-E2EE795E4B90}"/>
              </a:ext>
            </a:extLst>
          </p:cNvPr>
          <p:cNvSpPr>
            <a:spLocks noGrp="1"/>
          </p:cNvSpPr>
          <p:nvPr>
            <p:ph type="dt" sz="half" idx="10"/>
          </p:nvPr>
        </p:nvSpPr>
        <p:spPr>
          <a:xfrm>
            <a:off x="5373620" y="6309360"/>
            <a:ext cx="3411973" cy="457200"/>
          </a:xfrm>
        </p:spPr>
        <p:txBody>
          <a:bodyPr/>
          <a:lstStyle>
            <a:lvl1pPr>
              <a:defRPr>
                <a:solidFill>
                  <a:schemeClr val="tx2"/>
                </a:solidFill>
              </a:defRPr>
            </a:lvl1pPr>
          </a:lstStyle>
          <a:p>
            <a:r>
              <a:rPr lang="en-US" dirty="0"/>
              <a:t>9/8/20XX</a:t>
            </a:r>
          </a:p>
        </p:txBody>
      </p:sp>
      <p:sp>
        <p:nvSpPr>
          <p:cNvPr id="12" name="Slide Number Placeholder 30">
            <a:extLst>
              <a:ext uri="{FF2B5EF4-FFF2-40B4-BE49-F238E27FC236}">
                <a16:creationId xmlns:a16="http://schemas.microsoft.com/office/drawing/2014/main" id="{6A5CAEAF-7DEC-4B20-8B1E-301A9D0E684A}"/>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13" name="Rectangle 12">
            <a:extLst>
              <a:ext uri="{FF2B5EF4-FFF2-40B4-BE49-F238E27FC236}">
                <a16:creationId xmlns:a16="http://schemas.microsoft.com/office/drawing/2014/main" id="{70B696A3-EA34-4924-9037-E330B1CB890E}"/>
              </a:ext>
              <a:ext uri="{C183D7F6-B498-43B3-948B-1728B52AA6E4}">
                <adec:decorative xmlns:adec="http://schemas.microsoft.com/office/drawing/2017/decorative" val="1"/>
              </a:ext>
            </a:extLst>
          </p:cNvPr>
          <p:cNvSpPr/>
          <p:nvPr userDrawn="1"/>
        </p:nvSpPr>
        <p:spPr>
          <a:xfrm>
            <a:off x="4633798" y="6117631"/>
            <a:ext cx="64008" cy="74036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2">
            <a:extLst>
              <a:ext uri="{FF2B5EF4-FFF2-40B4-BE49-F238E27FC236}">
                <a16:creationId xmlns:a16="http://schemas.microsoft.com/office/drawing/2014/main" id="{2E94D0A7-4358-49BF-96EE-8DEB6F4DCF56}"/>
              </a:ext>
            </a:extLst>
          </p:cNvPr>
          <p:cNvSpPr>
            <a:spLocks noGrp="1"/>
          </p:cNvSpPr>
          <p:nvPr>
            <p:ph sz="quarter" idx="19" hasCustomPrompt="1"/>
          </p:nvPr>
        </p:nvSpPr>
        <p:spPr>
          <a:xfrm>
            <a:off x="4679661" y="1646102"/>
            <a:ext cx="6863403" cy="4160520"/>
          </a:xfrm>
        </p:spPr>
        <p:txBody>
          <a:bodyPr anchor="t">
            <a:normAutofit/>
          </a:bodyPr>
          <a:lstStyle>
            <a:lvl1pPr marL="0" indent="0">
              <a:lnSpc>
                <a:spcPct val="125000"/>
              </a:lnSpc>
              <a:spcAft>
                <a:spcPts val="600"/>
              </a:spcAft>
              <a:buNone/>
              <a:defRPr sz="1800" b="0"/>
            </a:lvl1pPr>
            <a:lvl2pPr marL="283464">
              <a:lnSpc>
                <a:spcPct val="125000"/>
              </a:lnSpc>
              <a:spcAft>
                <a:spcPts val="600"/>
              </a:spcAft>
              <a:defRPr sz="1800"/>
            </a:lvl2pPr>
            <a:lvl3pPr marL="566928">
              <a:lnSpc>
                <a:spcPct val="125000"/>
              </a:lnSpc>
              <a:spcAft>
                <a:spcPts val="600"/>
              </a:spcAft>
              <a:defRPr sz="1800"/>
            </a:lvl3pPr>
            <a:lvl4pPr marL="850392">
              <a:lnSpc>
                <a:spcPct val="125000"/>
              </a:lnSpc>
              <a:spcAft>
                <a:spcPts val="600"/>
              </a:spcAft>
              <a:defRPr sz="1800"/>
            </a:lvl4pPr>
            <a:lvl5pPr marL="1133856">
              <a:lnSpc>
                <a:spcPct val="125000"/>
              </a:lnSpc>
              <a:spcAft>
                <a:spcPts val="600"/>
              </a:spcAft>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9986977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ontent 1">
    <p:spTree>
      <p:nvGrpSpPr>
        <p:cNvPr id="1" name=""/>
        <p:cNvGrpSpPr/>
        <p:nvPr/>
      </p:nvGrpSpPr>
      <p:grpSpPr>
        <a:xfrm>
          <a:off x="0" y="0"/>
          <a:ext cx="0" cy="0"/>
          <a:chOff x="0" y="0"/>
          <a:chExt cx="0" cy="0"/>
        </a:xfrm>
      </p:grpSpPr>
      <p:sp useBgFill="1">
        <p:nvSpPr>
          <p:cNvPr id="6" name="Rectangle 5">
            <a:extLst>
              <a:ext uri="{FF2B5EF4-FFF2-40B4-BE49-F238E27FC236}">
                <a16:creationId xmlns:a16="http://schemas.microsoft.com/office/drawing/2014/main" id="{23DC2F0A-1748-49AE-AF72-D6BBB4F8FEC3}"/>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683DF7B1-E0C5-4E09-BB5C-F11EA14D7C95}"/>
              </a:ext>
              <a:ext uri="{C183D7F6-B498-43B3-948B-1728B52AA6E4}">
                <adec:decorative xmlns:adec="http://schemas.microsoft.com/office/drawing/2017/decorative" val="1"/>
              </a:ext>
            </a:extLst>
          </p:cNvPr>
          <p:cNvSpPr/>
          <p:nvPr userDrawn="1"/>
        </p:nvSpPr>
        <p:spPr>
          <a:xfrm>
            <a:off x="0" y="866789"/>
            <a:ext cx="6833381" cy="25942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BBC678EC-E47C-4AC2-A75A-7022CECD0031}"/>
              </a:ext>
            </a:extLst>
          </p:cNvPr>
          <p:cNvSpPr>
            <a:spLocks noGrp="1"/>
          </p:cNvSpPr>
          <p:nvPr>
            <p:ph type="title" hasCustomPrompt="1"/>
          </p:nvPr>
        </p:nvSpPr>
        <p:spPr>
          <a:xfrm>
            <a:off x="1434622" y="848455"/>
            <a:ext cx="5102365" cy="2601914"/>
          </a:xfrm>
        </p:spPr>
        <p:txBody>
          <a:bodyPr tIns="182880" anchor="ctr" anchorCtr="0">
            <a:noAutofit/>
          </a:bodyPr>
          <a:lstStyle>
            <a:lvl1pPr>
              <a:lnSpc>
                <a:spcPct val="100000"/>
              </a:lnSpc>
              <a:defRPr sz="3200" cap="all" baseline="0">
                <a:solidFill>
                  <a:schemeClr val="bg1"/>
                </a:solidFill>
              </a:defRPr>
            </a:lvl1pPr>
          </a:lstStyle>
          <a:p>
            <a:r>
              <a:rPr lang="en-US" dirty="0">
                <a:solidFill>
                  <a:schemeClr val="bg1"/>
                </a:solidFill>
              </a:rPr>
              <a:t>CLICK TO ADD TITLE</a:t>
            </a:r>
          </a:p>
        </p:txBody>
      </p:sp>
      <p:sp>
        <p:nvSpPr>
          <p:cNvPr id="9" name="Rectangle 8">
            <a:extLst>
              <a:ext uri="{FF2B5EF4-FFF2-40B4-BE49-F238E27FC236}">
                <a16:creationId xmlns:a16="http://schemas.microsoft.com/office/drawing/2014/main" id="{5E74E69A-5ABD-42DF-A2B0-997A626257D4}"/>
              </a:ext>
              <a:ext uri="{C183D7F6-B498-43B3-948B-1728B52AA6E4}">
                <adec:decorative xmlns:adec="http://schemas.microsoft.com/office/drawing/2017/decorative" val="1"/>
              </a:ext>
            </a:extLst>
          </p:cNvPr>
          <p:cNvSpPr/>
          <p:nvPr userDrawn="1"/>
        </p:nvSpPr>
        <p:spPr>
          <a:xfrm>
            <a:off x="-3063" y="920164"/>
            <a:ext cx="1070775" cy="24661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EC2B6D0A-4A1F-4B59-B429-AD3FABC74F33}"/>
              </a:ext>
              <a:ext uri="{C183D7F6-B498-43B3-948B-1728B52AA6E4}">
                <adec:decorative xmlns:adec="http://schemas.microsoft.com/office/drawing/2017/decorative" val="1"/>
              </a:ext>
            </a:extLst>
          </p:cNvPr>
          <p:cNvSpPr/>
          <p:nvPr userDrawn="1"/>
        </p:nvSpPr>
        <p:spPr>
          <a:xfrm rot="5400000">
            <a:off x="-2390232"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32B66529-F6B7-4C1C-8291-8139628DF6C0}"/>
              </a:ext>
              <a:ext uri="{C183D7F6-B498-43B3-948B-1728B52AA6E4}">
                <adec:decorative xmlns:adec="http://schemas.microsoft.com/office/drawing/2017/decorative" val="1"/>
              </a:ext>
            </a:extLst>
          </p:cNvPr>
          <p:cNvSpPr/>
          <p:nvPr userDrawn="1"/>
        </p:nvSpPr>
        <p:spPr>
          <a:xfrm>
            <a:off x="0" y="848456"/>
            <a:ext cx="6833382" cy="717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72245B9-34B5-4F89-8EA6-C018B9D4FA46}"/>
              </a:ext>
              <a:ext uri="{C183D7F6-B498-43B3-948B-1728B52AA6E4}">
                <adec:decorative xmlns:adec="http://schemas.microsoft.com/office/drawing/2017/decorative" val="1"/>
              </a:ext>
            </a:extLst>
          </p:cNvPr>
          <p:cNvSpPr/>
          <p:nvPr userDrawn="1"/>
        </p:nvSpPr>
        <p:spPr>
          <a:xfrm>
            <a:off x="6858023" y="3442673"/>
            <a:ext cx="5333977" cy="3415328"/>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690814BE-76E8-43EC-9616-A1F02F053AD5}"/>
              </a:ext>
              <a:ext uri="{C183D7F6-B498-43B3-948B-1728B52AA6E4}">
                <adec:decorative xmlns:adec="http://schemas.microsoft.com/office/drawing/2017/decorative" val="1"/>
              </a:ext>
            </a:extLst>
          </p:cNvPr>
          <p:cNvSpPr/>
          <p:nvPr userDrawn="1"/>
        </p:nvSpPr>
        <p:spPr>
          <a:xfrm>
            <a:off x="0" y="3396996"/>
            <a:ext cx="12192001"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Content Placeholder 2">
            <a:extLst>
              <a:ext uri="{FF2B5EF4-FFF2-40B4-BE49-F238E27FC236}">
                <a16:creationId xmlns:a16="http://schemas.microsoft.com/office/drawing/2014/main" id="{F8AAA0A6-9D4B-4AA2-82F0-77E5ECF4B647}"/>
              </a:ext>
            </a:extLst>
          </p:cNvPr>
          <p:cNvSpPr>
            <a:spLocks noGrp="1"/>
          </p:cNvSpPr>
          <p:nvPr>
            <p:ph idx="1" hasCustomPrompt="1"/>
          </p:nvPr>
        </p:nvSpPr>
        <p:spPr>
          <a:xfrm>
            <a:off x="7386762" y="3928342"/>
            <a:ext cx="4162319" cy="2285000"/>
          </a:xfrm>
        </p:spPr>
        <p:txBody>
          <a:bodyPr anchor="ctr">
            <a:normAutofit/>
          </a:bodyPr>
          <a:lstStyle>
            <a:lvl1pPr marL="0" indent="0">
              <a:lnSpc>
                <a:spcPct val="100000"/>
              </a:lnSpc>
              <a:spcAft>
                <a:spcPts val="600"/>
              </a:spcAft>
              <a:buNone/>
              <a:defRPr sz="1800" b="0"/>
            </a:lvl1pPr>
          </a:lstStyle>
          <a:p>
            <a:r>
              <a:rPr lang="en-US" dirty="0"/>
              <a:t>Click to add text</a:t>
            </a:r>
          </a:p>
        </p:txBody>
      </p:sp>
      <p:sp>
        <p:nvSpPr>
          <p:cNvPr id="17" name="Footer Placeholder 12">
            <a:extLst>
              <a:ext uri="{FF2B5EF4-FFF2-40B4-BE49-F238E27FC236}">
                <a16:creationId xmlns:a16="http://schemas.microsoft.com/office/drawing/2014/main" id="{8E3FFD99-95F0-47A4-8642-FB9FECEC4F37}"/>
              </a:ext>
            </a:extLst>
          </p:cNvPr>
          <p:cNvSpPr>
            <a:spLocks noGrp="1"/>
          </p:cNvSpPr>
          <p:nvPr>
            <p:ph type="ftr" sz="quarter" idx="11"/>
          </p:nvPr>
        </p:nvSpPr>
        <p:spPr>
          <a:xfrm>
            <a:off x="1525917" y="6309360"/>
            <a:ext cx="4946592" cy="457200"/>
          </a:xfrm>
        </p:spPr>
        <p:txBody>
          <a:bodyPr/>
          <a:lstStyle>
            <a:lvl1pPr>
              <a:defRPr lang="en-US" sz="1200" kern="1200" spc="150" baseline="0" dirty="0">
                <a:solidFill>
                  <a:schemeClr val="tx1">
                    <a:lumMod val="75000"/>
                    <a:lumOff val="25000"/>
                  </a:schemeClr>
                </a:solidFill>
                <a:latin typeface="+mj-lt"/>
                <a:ea typeface="+mn-ea"/>
                <a:cs typeface="+mn-cs"/>
              </a:defRPr>
            </a:lvl1pPr>
          </a:lstStyle>
          <a:p>
            <a:r>
              <a:rPr lang="en-US" dirty="0"/>
              <a:t>Presentation Title</a:t>
            </a:r>
          </a:p>
        </p:txBody>
      </p:sp>
      <p:sp>
        <p:nvSpPr>
          <p:cNvPr id="18" name="Rectangle 17">
            <a:extLst>
              <a:ext uri="{FF2B5EF4-FFF2-40B4-BE49-F238E27FC236}">
                <a16:creationId xmlns:a16="http://schemas.microsoft.com/office/drawing/2014/main" id="{94727536-E532-4015-A178-0ABB6B09C661}"/>
              </a:ext>
              <a:ext uri="{C183D7F6-B498-43B3-948B-1728B52AA6E4}">
                <adec:decorative xmlns:adec="http://schemas.microsoft.com/office/drawing/2017/decorative" val="1"/>
              </a:ext>
            </a:extLst>
          </p:cNvPr>
          <p:cNvSpPr/>
          <p:nvPr userDrawn="1"/>
        </p:nvSpPr>
        <p:spPr>
          <a:xfrm rot="5400000">
            <a:off x="339893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Date Placeholder 11">
            <a:extLst>
              <a:ext uri="{FF2B5EF4-FFF2-40B4-BE49-F238E27FC236}">
                <a16:creationId xmlns:a16="http://schemas.microsoft.com/office/drawing/2014/main" id="{22977876-C29D-4D32-9948-303465AEC312}"/>
              </a:ext>
            </a:extLst>
          </p:cNvPr>
          <p:cNvSpPr>
            <a:spLocks noGrp="1"/>
          </p:cNvSpPr>
          <p:nvPr>
            <p:ph type="dt" sz="half" idx="10"/>
          </p:nvPr>
        </p:nvSpPr>
        <p:spPr>
          <a:xfrm>
            <a:off x="7377730" y="6309360"/>
            <a:ext cx="2736329" cy="457200"/>
          </a:xfrm>
        </p:spPr>
        <p:txBody>
          <a:bodyPr/>
          <a:lstStyle/>
          <a:p>
            <a:r>
              <a:rPr lang="en-US" dirty="0"/>
              <a:t>9/8/20XX</a:t>
            </a:r>
          </a:p>
        </p:txBody>
      </p:sp>
      <p:sp>
        <p:nvSpPr>
          <p:cNvPr id="20" name="Slide Number Placeholder 15">
            <a:extLst>
              <a:ext uri="{FF2B5EF4-FFF2-40B4-BE49-F238E27FC236}">
                <a16:creationId xmlns:a16="http://schemas.microsoft.com/office/drawing/2014/main" id="{6A7BC11E-2EF0-4989-9A7E-7AB377DB8534}"/>
              </a:ext>
            </a:extLst>
          </p:cNvPr>
          <p:cNvSpPr>
            <a:spLocks noGrp="1"/>
          </p:cNvSpPr>
          <p:nvPr>
            <p:ph type="sldNum" sz="quarter" idx="12"/>
          </p:nvPr>
        </p:nvSpPr>
        <p:spPr>
          <a:xfrm>
            <a:off x="10569202" y="6309360"/>
            <a:ext cx="979879" cy="457200"/>
          </a:xfrm>
        </p:spPr>
        <p:txBody>
          <a:bodyPr/>
          <a:lstStyle>
            <a:lvl1pPr>
              <a:defRPr sz="1200" b="0"/>
            </a:lvl1pPr>
          </a:lstStyle>
          <a:p>
            <a:fld id="{FAEF9944-A4F6-4C59-AEBD-678D6480B8EA}" type="slidenum">
              <a:rPr lang="en-US" smtClean="0"/>
              <a:pPr/>
              <a:t>‹#›</a:t>
            </a:fld>
            <a:endParaRPr lang="en-US" dirty="0"/>
          </a:p>
        </p:txBody>
      </p:sp>
      <p:sp>
        <p:nvSpPr>
          <p:cNvPr id="2" name="Rectangle 1">
            <a:extLst>
              <a:ext uri="{FF2B5EF4-FFF2-40B4-BE49-F238E27FC236}">
                <a16:creationId xmlns:a16="http://schemas.microsoft.com/office/drawing/2014/main" id="{50557ABF-B75C-BD78-1A04-E483A57A9491}"/>
              </a:ext>
              <a:ext uri="{C183D7F6-B498-43B3-948B-1728B52AA6E4}">
                <adec:decorative xmlns:adec="http://schemas.microsoft.com/office/drawing/2017/decorative" val="1"/>
              </a:ext>
            </a:extLst>
          </p:cNvPr>
          <p:cNvSpPr/>
          <p:nvPr userDrawn="1"/>
        </p:nvSpPr>
        <p:spPr>
          <a:xfrm>
            <a:off x="1067712" y="0"/>
            <a:ext cx="5728216" cy="84552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34495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1_Title Only">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8D8870-8337-4ABD-9EA6-3D5AAB7E42D9}"/>
              </a:ext>
              <a:ext uri="{C183D7F6-B498-43B3-948B-1728B52AA6E4}">
                <adec:decorative xmlns:adec="http://schemas.microsoft.com/office/drawing/2017/decorative" val="1"/>
              </a:ext>
            </a:extLst>
          </p:cNvPr>
          <p:cNvSpPr/>
          <p:nvPr userDrawn="1"/>
        </p:nvSpPr>
        <p:spPr>
          <a:xfrm flipH="1">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Rectangle 52">
            <a:extLst>
              <a:ext uri="{FF2B5EF4-FFF2-40B4-BE49-F238E27FC236}">
                <a16:creationId xmlns:a16="http://schemas.microsoft.com/office/drawing/2014/main" id="{BAC3B2DB-2CCA-4BD4-8D63-98257049E273}"/>
              </a:ext>
              <a:ext uri="{C183D7F6-B498-43B3-948B-1728B52AA6E4}">
                <adec:decorative xmlns:adec="http://schemas.microsoft.com/office/drawing/2017/decorative" val="1"/>
              </a:ext>
            </a:extLst>
          </p:cNvPr>
          <p:cNvSpPr/>
          <p:nvPr userDrawn="1"/>
        </p:nvSpPr>
        <p:spPr>
          <a:xfrm>
            <a:off x="0" y="825689"/>
            <a:ext cx="12192000" cy="52017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4" name="Title 1">
            <a:extLst>
              <a:ext uri="{FF2B5EF4-FFF2-40B4-BE49-F238E27FC236}">
                <a16:creationId xmlns:a16="http://schemas.microsoft.com/office/drawing/2014/main" id="{324DAAC3-FA37-4838-A298-327679F99F8A}"/>
              </a:ext>
            </a:extLst>
          </p:cNvPr>
          <p:cNvSpPr>
            <a:spLocks noGrp="1"/>
          </p:cNvSpPr>
          <p:nvPr>
            <p:ph type="ctrTitle" hasCustomPrompt="1"/>
          </p:nvPr>
        </p:nvSpPr>
        <p:spPr>
          <a:xfrm>
            <a:off x="1386629" y="825687"/>
            <a:ext cx="9643772" cy="5201730"/>
          </a:xfrm>
        </p:spPr>
        <p:txBody>
          <a:bodyPr tIns="182880" anchor="ctr" anchorCtr="0">
            <a:noAutofit/>
          </a:bodyPr>
          <a:lstStyle>
            <a:lvl1pPr algn="l">
              <a:lnSpc>
                <a:spcPct val="100000"/>
              </a:lnSpc>
              <a:defRPr sz="4800" cap="all" baseline="0">
                <a:solidFill>
                  <a:schemeClr val="bg1"/>
                </a:solidFill>
              </a:defRPr>
            </a:lvl1pPr>
          </a:lstStyle>
          <a:p>
            <a:r>
              <a:rPr lang="en-US" sz="4400" dirty="0">
                <a:solidFill>
                  <a:schemeClr val="bg1"/>
                </a:solidFill>
              </a:rPr>
              <a:t>CLICK TO ADD TITLE</a:t>
            </a:r>
          </a:p>
        </p:txBody>
      </p:sp>
      <p:sp>
        <p:nvSpPr>
          <p:cNvPr id="56" name="Rectangle 55">
            <a:extLst>
              <a:ext uri="{FF2B5EF4-FFF2-40B4-BE49-F238E27FC236}">
                <a16:creationId xmlns:a16="http://schemas.microsoft.com/office/drawing/2014/main" id="{FB792E4C-AD3B-4E88-8540-E75759746368}"/>
              </a:ext>
              <a:ext uri="{C183D7F6-B498-43B3-948B-1728B52AA6E4}">
                <adec:decorative xmlns:adec="http://schemas.microsoft.com/office/drawing/2017/decorative" val="1"/>
              </a:ext>
            </a:extLst>
          </p:cNvPr>
          <p:cNvSpPr/>
          <p:nvPr userDrawn="1"/>
        </p:nvSpPr>
        <p:spPr>
          <a:xfrm>
            <a:off x="-1" y="889696"/>
            <a:ext cx="1070775" cy="50777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6A32632F-9ED1-4328-BBE3-B4E014156A29}"/>
              </a:ext>
              <a:ext uri="{C183D7F6-B498-43B3-948B-1728B52AA6E4}">
                <adec:decorative xmlns:adec="http://schemas.microsoft.com/office/drawing/2017/decorative" val="1"/>
              </a:ext>
            </a:extLst>
          </p:cNvPr>
          <p:cNvSpPr/>
          <p:nvPr userDrawn="1"/>
        </p:nvSpPr>
        <p:spPr>
          <a:xfrm rot="5400000">
            <a:off x="-2365125"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Rectangle 58">
            <a:extLst>
              <a:ext uri="{FF2B5EF4-FFF2-40B4-BE49-F238E27FC236}">
                <a16:creationId xmlns:a16="http://schemas.microsoft.com/office/drawing/2014/main" id="{EA124D3C-01E3-4B96-BDF0-54851D1739D0}"/>
              </a:ext>
              <a:ext uri="{C183D7F6-B498-43B3-948B-1728B52AA6E4}">
                <adec:decorative xmlns:adec="http://schemas.microsoft.com/office/drawing/2017/decorative" val="1"/>
              </a:ext>
            </a:extLst>
          </p:cNvPr>
          <p:cNvSpPr/>
          <p:nvPr userDrawn="1"/>
        </p:nvSpPr>
        <p:spPr>
          <a:xfrm rot="5400000">
            <a:off x="7658511"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ectangle 2">
            <a:extLst>
              <a:ext uri="{FF2B5EF4-FFF2-40B4-BE49-F238E27FC236}">
                <a16:creationId xmlns:a16="http://schemas.microsoft.com/office/drawing/2014/main" id="{167A64FF-37A7-4837-8033-CBEA22697ECA}"/>
              </a:ext>
              <a:ext uri="{C183D7F6-B498-43B3-948B-1728B52AA6E4}">
                <adec:decorative xmlns:adec="http://schemas.microsoft.com/office/drawing/2017/decorative" val="1"/>
              </a:ext>
            </a:extLst>
          </p:cNvPr>
          <p:cNvSpPr/>
          <p:nvPr userDrawn="1"/>
        </p:nvSpPr>
        <p:spPr>
          <a:xfrm>
            <a:off x="11119516" y="896046"/>
            <a:ext cx="1070775" cy="507771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Rectangle 1">
            <a:extLst>
              <a:ext uri="{FF2B5EF4-FFF2-40B4-BE49-F238E27FC236}">
                <a16:creationId xmlns:a16="http://schemas.microsoft.com/office/drawing/2014/main" id="{3FC0C09F-8990-542B-199E-E6FADE2FEEFB}"/>
              </a:ext>
              <a:ext uri="{C183D7F6-B498-43B3-948B-1728B52AA6E4}">
                <adec:decorative xmlns:adec="http://schemas.microsoft.com/office/drawing/2017/decorative" val="1"/>
              </a:ext>
            </a:extLst>
          </p:cNvPr>
          <p:cNvSpPr/>
          <p:nvPr userDrawn="1"/>
        </p:nvSpPr>
        <p:spPr>
          <a:xfrm>
            <a:off x="11119516" y="0"/>
            <a:ext cx="1070775" cy="82568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ctangle 3">
            <a:extLst>
              <a:ext uri="{FF2B5EF4-FFF2-40B4-BE49-F238E27FC236}">
                <a16:creationId xmlns:a16="http://schemas.microsoft.com/office/drawing/2014/main" id="{1F6F60C3-341E-9533-2415-66360A254A78}"/>
              </a:ext>
              <a:ext uri="{C183D7F6-B498-43B3-948B-1728B52AA6E4}">
                <adec:decorative xmlns:adec="http://schemas.microsoft.com/office/drawing/2017/decorative" val="1"/>
              </a:ext>
            </a:extLst>
          </p:cNvPr>
          <p:cNvSpPr/>
          <p:nvPr userDrawn="1"/>
        </p:nvSpPr>
        <p:spPr>
          <a:xfrm>
            <a:off x="11119515" y="6027421"/>
            <a:ext cx="1070775" cy="83058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94753914"/>
      </p:ext>
    </p:extLst>
  </p:cSld>
  <p:clrMapOvr>
    <a:masterClrMapping/>
  </p:clrMapOvr>
  <p:extLst>
    <p:ext uri="{DCECCB84-F9BA-43D5-87BE-67443E8EF086}">
      <p15:sldGuideLst xmlns:p15="http://schemas.microsoft.com/office/powerpoint/2012/main">
        <p15:guide id="1" orient="horz" pos="40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0786F82F-1B47-46ED-8EAE-53EF71E59E9A}"/>
              </a:ext>
            </a:extLst>
          </p:cNvPr>
          <p:cNvSpPr/>
          <p:nvPr/>
        </p:nvSpPr>
        <p:spPr>
          <a:xfrm>
            <a:off x="4718302" y="0"/>
            <a:ext cx="7473698" cy="6858000"/>
          </a:xfrm>
          <a:prstGeom prst="rect">
            <a:avLst/>
          </a:prstGeom>
          <a:solidFill>
            <a:schemeClr val="bg1">
              <a:alpha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642918" y="705113"/>
            <a:ext cx="3411973" cy="5197498"/>
          </a:xfrm>
          <a:prstGeom prst="rect">
            <a:avLst/>
          </a:prstGeom>
        </p:spPr>
        <p:txBody>
          <a:bodyPr vert="horz" lIns="109728" tIns="109728" rIns="109728" bIns="9144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76671" y="705113"/>
            <a:ext cx="6172412" cy="5197497"/>
          </a:xfrm>
          <a:prstGeom prst="rect">
            <a:avLst/>
          </a:prstGeom>
        </p:spPr>
        <p:txBody>
          <a:bodyPr vert="horz" lIns="109728" tIns="109728" rIns="109728" bIns="9144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42917" y="6309360"/>
            <a:ext cx="3411973"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9/8/20XX</a:t>
            </a:r>
            <a:endParaRPr lang="en-US" dirty="0"/>
          </a:p>
        </p:txBody>
      </p:sp>
      <p:sp>
        <p:nvSpPr>
          <p:cNvPr id="5" name="Footer Placeholder 4"/>
          <p:cNvSpPr>
            <a:spLocks noGrp="1"/>
          </p:cNvSpPr>
          <p:nvPr>
            <p:ph type="ftr" sz="quarter" idx="3"/>
          </p:nvPr>
        </p:nvSpPr>
        <p:spPr>
          <a:xfrm>
            <a:off x="5376670" y="6309360"/>
            <a:ext cx="4946592" cy="457200"/>
          </a:xfrm>
          <a:prstGeom prst="rect">
            <a:avLst/>
          </a:prstGeom>
        </p:spPr>
        <p:txBody>
          <a:bodyPr vert="horz" lIns="109728" tIns="109728" rIns="109728" bIns="91440" rtlCol="0" anchor="ctr"/>
          <a:lstStyle>
            <a:lvl1pPr algn="l">
              <a:defRPr sz="1200" spc="150" baseline="0">
                <a:solidFill>
                  <a:schemeClr val="tx1">
                    <a:lumMod val="75000"/>
                    <a:lumOff val="25000"/>
                  </a:schemeClr>
                </a:solidFill>
                <a:latin typeface="+mj-lt"/>
              </a:defRPr>
            </a:lvl1pPr>
          </a:lstStyle>
          <a:p>
            <a:r>
              <a:rPr lang="en-US"/>
              <a:t>Presentation Title</a:t>
            </a:r>
            <a:endParaRPr lang="en-US" dirty="0"/>
          </a:p>
        </p:txBody>
      </p:sp>
      <p:sp>
        <p:nvSpPr>
          <p:cNvPr id="6" name="Slide Number Placeholder 5"/>
          <p:cNvSpPr>
            <a:spLocks noGrp="1"/>
          </p:cNvSpPr>
          <p:nvPr>
            <p:ph type="sldNum" sz="quarter" idx="4"/>
          </p:nvPr>
        </p:nvSpPr>
        <p:spPr>
          <a:xfrm>
            <a:off x="10569202" y="6309360"/>
            <a:ext cx="979879" cy="457200"/>
          </a:xfrm>
          <a:prstGeom prst="rect">
            <a:avLst/>
          </a:prstGeom>
        </p:spPr>
        <p:txBody>
          <a:bodyPr vert="horz" lIns="109728" tIns="109728" rIns="109728" bIns="91440" rtlCol="0" anchor="b"/>
          <a:lstStyle>
            <a:lvl1pPr algn="r">
              <a:defRPr sz="1600" b="1" spc="150" baseline="0">
                <a:solidFill>
                  <a:schemeClr val="tx1">
                    <a:lumMod val="75000"/>
                    <a:lumOff val="25000"/>
                  </a:schemeClr>
                </a:solidFill>
                <a:latin typeface="+mj-lt"/>
              </a:defRPr>
            </a:lvl1pPr>
          </a:lstStyle>
          <a:p>
            <a:fld id="{FAEF9944-A4F6-4C59-AEBD-678D6480B8EA}" type="slidenum">
              <a:rPr lang="en-US" smtClean="0"/>
              <a:pPr/>
              <a:t>‹#›</a:t>
            </a:fld>
            <a:endParaRPr lang="en-US" dirty="0"/>
          </a:p>
        </p:txBody>
      </p:sp>
      <p:sp>
        <p:nvSpPr>
          <p:cNvPr id="21" name="Rectangle 20">
            <a:extLst>
              <a:ext uri="{FF2B5EF4-FFF2-40B4-BE49-F238E27FC236}">
                <a16:creationId xmlns:a16="http://schemas.microsoft.com/office/drawing/2014/main" id="{EF1BAF6F-6275-4646-9C59-331B29B9550F}"/>
              </a:ext>
            </a:extLst>
          </p:cNvPr>
          <p:cNvSpPr/>
          <p:nvPr/>
        </p:nvSpPr>
        <p:spPr>
          <a:xfrm rot="5400000">
            <a:off x="1257298" y="3396997"/>
            <a:ext cx="6858002" cy="6400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7018234"/>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707" r:id="rId13"/>
    <p:sldLayoutId id="2147483709" r:id="rId14"/>
    <p:sldLayoutId id="2147483682" r:id="rId15"/>
  </p:sldLayoutIdLst>
  <p:hf sldNum="0" hdr="0" ftr="0" dt="0"/>
  <p:txStyles>
    <p:titleStyle>
      <a:lvl1pPr algn="l" defTabSz="914400" rtl="0" eaLnBrk="1" latinLnBrk="0" hangingPunct="1">
        <a:lnSpc>
          <a:spcPct val="150000"/>
        </a:lnSpc>
        <a:spcBef>
          <a:spcPct val="0"/>
        </a:spcBef>
        <a:buNone/>
        <a:defRPr sz="3600" b="1" kern="1200" spc="150" baseline="0">
          <a:solidFill>
            <a:schemeClr val="tx1">
              <a:lumMod val="75000"/>
              <a:lumOff val="25000"/>
            </a:schemeClr>
          </a:solidFill>
          <a:latin typeface="+mj-lt"/>
          <a:ea typeface="+mj-ea"/>
          <a:cs typeface="+mj-cs"/>
        </a:defRPr>
      </a:lvl1pPr>
    </p:titleStyle>
    <p:bodyStyle>
      <a:lvl1pPr marL="0" indent="0" algn="l" defTabSz="914400" rtl="0" eaLnBrk="1" latinLnBrk="0" hangingPunct="1">
        <a:lnSpc>
          <a:spcPct val="140000"/>
        </a:lnSpc>
        <a:spcBef>
          <a:spcPts val="930"/>
        </a:spcBef>
        <a:buFont typeface="Corbel" panose="020B0503020204020204" pitchFamily="34" charset="0"/>
        <a:buNone/>
        <a:defRPr sz="1800" b="1"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40000"/>
        </a:lnSpc>
        <a:spcBef>
          <a:spcPts val="930"/>
        </a:spcBef>
        <a:buFont typeface="Corbel" panose="020B0503020204020204" pitchFamily="34" charset="0"/>
        <a:buNone/>
        <a:defRPr sz="16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40000"/>
        </a:lnSpc>
        <a:spcBef>
          <a:spcPts val="930"/>
        </a:spcBef>
        <a:buFont typeface="Corbel" panose="020B0503020204020204" pitchFamily="34" charset="0"/>
        <a:buChar char="–"/>
        <a:defRPr sz="14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40000"/>
        </a:lnSpc>
        <a:spcBef>
          <a:spcPts val="930"/>
        </a:spcBef>
        <a:buFont typeface="Corbel" panose="020B0503020204020204" pitchFamily="34" charset="0"/>
        <a:buChar char="–"/>
        <a:defRPr sz="14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848">
          <p15:clr>
            <a:srgbClr val="F26B43"/>
          </p15:clr>
        </p15:guide>
        <p15:guide id="2" orient="horz" pos="3960">
          <p15:clr>
            <a:srgbClr val="F26B43"/>
          </p15:clr>
        </p15:guide>
        <p15:guide id="3" orient="horz" pos="1536">
          <p15:clr>
            <a:srgbClr val="F26B43"/>
          </p15:clr>
        </p15:guide>
        <p15:guide id="4" orient="horz" pos="3840">
          <p15:clr>
            <a:srgbClr val="F26B43"/>
          </p15:clr>
        </p15:guide>
        <p15:guide id="5" pos="4416">
          <p15:clr>
            <a:srgbClr val="F26B43"/>
          </p15:clr>
        </p15:guide>
        <p15:guide id="6" pos="4800">
          <p15:clr>
            <a:srgbClr val="F26B43"/>
          </p15:clr>
        </p15:guide>
        <p15:guide id="7" orient="horz" pos="360">
          <p15:clr>
            <a:srgbClr val="F26B43"/>
          </p15:clr>
        </p15:guide>
        <p15:guide id="8" pos="7368">
          <p15:clr>
            <a:srgbClr val="F26B43"/>
          </p15:clr>
        </p15:guide>
        <p15:guide id="9" pos="240">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mailto:john.miner@bluemetal.com" TargetMode="External"/><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hyperlink" Target="https://en.wikipedia.org/wiki/Column_(database)" TargetMode="External"/><Relationship Id="rId2" Type="http://schemas.openxmlformats.org/officeDocument/2006/relationships/notesSlide" Target="../notesSlides/notesSlide3.xml"/><Relationship Id="rId1" Type="http://schemas.openxmlformats.org/officeDocument/2006/relationships/slideLayout" Target="../slideLayouts/slideLayout13.xml"/><Relationship Id="rId6" Type="http://schemas.openxmlformats.org/officeDocument/2006/relationships/image" Target="../media/image2.png"/><Relationship Id="rId5" Type="http://schemas.openxmlformats.org/officeDocument/2006/relationships/hyperlink" Target="https://en.wikipedia.org/wiki/Dependency_theory_(database_theory)" TargetMode="External"/><Relationship Id="rId4" Type="http://schemas.openxmlformats.org/officeDocument/2006/relationships/hyperlink" Target="https://en.wikipedia.org/wiki/Relation_(database)"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3.xml"/><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image" Target="../media/image13.png"/><Relationship Id="rId5" Type="http://schemas.openxmlformats.org/officeDocument/2006/relationships/image" Target="../media/image12.png"/><Relationship Id="rId10" Type="http://schemas.openxmlformats.org/officeDocument/2006/relationships/image" Target="../media/image17.png"/><Relationship Id="rId4" Type="http://schemas.openxmlformats.org/officeDocument/2006/relationships/image" Target="../media/image11.png"/><Relationship Id="rId9"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docs.getdbt.com/docs/local/connect-data-platform/lakebase-setup?version=2" TargetMode="External"/><Relationship Id="rId2" Type="http://schemas.openxmlformats.org/officeDocument/2006/relationships/notesSlide" Target="../notesSlides/notesSlide12.xml"/><Relationship Id="rId1" Type="http://schemas.openxmlformats.org/officeDocument/2006/relationships/slideLayout" Target="../slideLayouts/slideLayout13.xm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8" Type="http://schemas.openxmlformats.org/officeDocument/2006/relationships/hyperlink" Target="https://tinyurl.com/2bj5y2pr" TargetMode="External"/><Relationship Id="rId3" Type="http://schemas.openxmlformats.org/officeDocument/2006/relationships/hyperlink" Target="https://tinyurl.com/4n7umrhy" TargetMode="External"/><Relationship Id="rId7" Type="http://schemas.openxmlformats.org/officeDocument/2006/relationships/hyperlink" Target="https://tinyurl.com/296cfvrd" TargetMode="External"/><Relationship Id="rId2" Type="http://schemas.openxmlformats.org/officeDocument/2006/relationships/notesSlide" Target="../notesSlides/notesSlide18.xml"/><Relationship Id="rId1" Type="http://schemas.openxmlformats.org/officeDocument/2006/relationships/slideLayout" Target="../slideLayouts/slideLayout13.xml"/><Relationship Id="rId6" Type="http://schemas.openxmlformats.org/officeDocument/2006/relationships/hyperlink" Target="https://tinyurl.com/5fs44kvb" TargetMode="External"/><Relationship Id="rId5" Type="http://schemas.openxmlformats.org/officeDocument/2006/relationships/hyperlink" Target="https://tinyurl.com/4hvhdbvw" TargetMode="External"/><Relationship Id="rId10" Type="http://schemas.openxmlformats.org/officeDocument/2006/relationships/hyperlink" Target="https://tinyurl.com/ytxp375j" TargetMode="External"/><Relationship Id="rId4" Type="http://schemas.openxmlformats.org/officeDocument/2006/relationships/hyperlink" Target="https://tinyurl.com/jmj6v9rx" TargetMode="External"/><Relationship Id="rId9" Type="http://schemas.openxmlformats.org/officeDocument/2006/relationships/hyperlink" Target="https://tinyurl.com/48cj55rc" TargetMode="External"/></Relationships>
</file>

<file path=ppt/slides/_rels/slide19.xml.rels><?xml version="1.0" encoding="UTF-8" standalone="yes"?>
<Relationships xmlns="http://schemas.openxmlformats.org/package/2006/relationships"><Relationship Id="rId8" Type="http://schemas.openxmlformats.org/officeDocument/2006/relationships/hyperlink" Target="https://tinyurl.com/2jmnsmnb" TargetMode="External"/><Relationship Id="rId3" Type="http://schemas.openxmlformats.org/officeDocument/2006/relationships/hyperlink" Target="https://tinyurl.com/ym75b3kx" TargetMode="External"/><Relationship Id="rId7" Type="http://schemas.openxmlformats.org/officeDocument/2006/relationships/hyperlink" Target="https://tinyurl.com/4677bet2" TargetMode="External"/><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hyperlink" Target="https://tinyurl.com/tb2nfsdy" TargetMode="External"/><Relationship Id="rId5" Type="http://schemas.openxmlformats.org/officeDocument/2006/relationships/hyperlink" Target="https://tinyurl.com/yc6ef236" TargetMode="External"/><Relationship Id="rId10" Type="http://schemas.openxmlformats.org/officeDocument/2006/relationships/hyperlink" Target="https://tinyurl.com/8ztr7r5b" TargetMode="External"/><Relationship Id="rId4" Type="http://schemas.openxmlformats.org/officeDocument/2006/relationships/hyperlink" Target="https://tinyurl.com/k6kfcnjs" TargetMode="External"/><Relationship Id="rId9" Type="http://schemas.openxmlformats.org/officeDocument/2006/relationships/hyperlink" Target="https://tinyurl.com/hscx36k3" TargetMode="Externa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814B6A3-5F3E-4909-8ED5-87FE82492264}"/>
              </a:ext>
            </a:extLst>
          </p:cNvPr>
          <p:cNvSpPr>
            <a:spLocks noGrp="1"/>
          </p:cNvSpPr>
          <p:nvPr>
            <p:ph type="ctrTitle"/>
          </p:nvPr>
        </p:nvSpPr>
        <p:spPr/>
        <p:txBody>
          <a:bodyPr vert="horz" lIns="109728" tIns="109728" rIns="109728" bIns="91440" rtlCol="0" anchor="ctr">
            <a:normAutofit/>
          </a:bodyPr>
          <a:lstStyle/>
          <a:p>
            <a:r>
              <a:rPr lang="en-US" sz="3600" dirty="0"/>
              <a:t>Introduction to the </a:t>
            </a:r>
            <a:br>
              <a:rPr lang="en-US" sz="3600" dirty="0"/>
            </a:br>
            <a:r>
              <a:rPr lang="en-US" sz="3600" dirty="0"/>
              <a:t>data build tool (dbt)</a:t>
            </a:r>
            <a:br>
              <a:rPr lang="en-US" sz="3600" dirty="0"/>
            </a:br>
            <a:r>
              <a:rPr lang="en-US" sz="3600" dirty="0"/>
              <a:t>For Azure Databricks</a:t>
            </a:r>
          </a:p>
        </p:txBody>
      </p:sp>
      <p:sp>
        <p:nvSpPr>
          <p:cNvPr id="2" name="Subtitle 2">
            <a:extLst>
              <a:ext uri="{FF2B5EF4-FFF2-40B4-BE49-F238E27FC236}">
                <a16:creationId xmlns:a16="http://schemas.microsoft.com/office/drawing/2014/main" id="{77B163BF-6D77-DF46-1731-110043EC436E}"/>
              </a:ext>
            </a:extLst>
          </p:cNvPr>
          <p:cNvSpPr txBox="1">
            <a:spLocks/>
          </p:cNvSpPr>
          <p:nvPr/>
        </p:nvSpPr>
        <p:spPr>
          <a:xfrm>
            <a:off x="7689940" y="5040402"/>
            <a:ext cx="2480946" cy="775129"/>
          </a:xfrm>
          <a:prstGeom prst="rect">
            <a:avLst/>
          </a:prstGeom>
        </p:spPr>
        <p:txBody>
          <a:bodyPr>
            <a:noAutofit/>
          </a:bodyPr>
          <a:lstStyle>
            <a:lvl1pPr marL="0" indent="0" algn="l" eaLnBrk="1" hangingPunct="1">
              <a:buNone/>
              <a:defRPr sz="1800" b="0" i="0" spc="0" baseline="0">
                <a:solidFill>
                  <a:srgbClr val="000000"/>
                </a:solidFill>
                <a:latin typeface="+mn-lt"/>
                <a:ea typeface="+mn-ea"/>
                <a:cs typeface="Verdana"/>
              </a:defRPr>
            </a:lvl1pPr>
            <a:lvl2pPr marL="457200" indent="0" algn="ctr" eaLnBrk="1" hangingPunct="1">
              <a:buNone/>
              <a:defRPr>
                <a:solidFill>
                  <a:schemeClr val="tx1">
                    <a:tint val="75000"/>
                  </a:schemeClr>
                </a:solidFill>
                <a:latin typeface="+mn-lt"/>
                <a:ea typeface="+mn-ea"/>
                <a:cs typeface="+mn-cs"/>
              </a:defRPr>
            </a:lvl2pPr>
            <a:lvl3pPr marL="914400" indent="0" algn="ctr" eaLnBrk="1" hangingPunct="1">
              <a:buNone/>
              <a:defRPr>
                <a:solidFill>
                  <a:schemeClr val="tx1">
                    <a:tint val="75000"/>
                  </a:schemeClr>
                </a:solidFill>
                <a:latin typeface="+mn-lt"/>
                <a:ea typeface="+mn-ea"/>
                <a:cs typeface="+mn-cs"/>
              </a:defRPr>
            </a:lvl3pPr>
            <a:lvl4pPr marL="1371600" indent="0" algn="ctr" eaLnBrk="1" hangingPunct="1">
              <a:buNone/>
              <a:defRPr>
                <a:solidFill>
                  <a:schemeClr val="tx1">
                    <a:tint val="75000"/>
                  </a:schemeClr>
                </a:solidFill>
                <a:latin typeface="+mn-lt"/>
                <a:ea typeface="+mn-ea"/>
                <a:cs typeface="+mn-cs"/>
              </a:defRPr>
            </a:lvl4pPr>
            <a:lvl5pPr marL="1828800" indent="0" algn="ctr" eaLnBrk="1" hangingPunct="1">
              <a:buNone/>
              <a:defRPr>
                <a:solidFill>
                  <a:schemeClr val="tx1">
                    <a:tint val="75000"/>
                  </a:schemeClr>
                </a:solidFill>
                <a:latin typeface="+mn-lt"/>
                <a:ea typeface="+mn-ea"/>
                <a:cs typeface="+mn-cs"/>
              </a:defRPr>
            </a:lvl5pPr>
            <a:lvl6pPr marL="2286000" indent="0" algn="ctr" eaLnBrk="1" hangingPunct="1">
              <a:buNone/>
              <a:defRPr>
                <a:solidFill>
                  <a:schemeClr val="tx1">
                    <a:tint val="75000"/>
                  </a:schemeClr>
                </a:solidFill>
                <a:latin typeface="+mn-lt"/>
                <a:ea typeface="+mn-ea"/>
                <a:cs typeface="+mn-cs"/>
              </a:defRPr>
            </a:lvl6pPr>
            <a:lvl7pPr marL="2743200" indent="0" algn="ctr" eaLnBrk="1" hangingPunct="1">
              <a:buNone/>
              <a:defRPr>
                <a:solidFill>
                  <a:schemeClr val="tx1">
                    <a:tint val="75000"/>
                  </a:schemeClr>
                </a:solidFill>
                <a:latin typeface="+mn-lt"/>
                <a:ea typeface="+mn-ea"/>
                <a:cs typeface="+mn-cs"/>
              </a:defRPr>
            </a:lvl7pPr>
            <a:lvl8pPr marL="3200400" indent="0" algn="ctr" eaLnBrk="1" hangingPunct="1">
              <a:buNone/>
              <a:defRPr>
                <a:solidFill>
                  <a:schemeClr val="tx1">
                    <a:tint val="75000"/>
                  </a:schemeClr>
                </a:solidFill>
                <a:latin typeface="+mn-lt"/>
                <a:ea typeface="+mn-ea"/>
                <a:cs typeface="+mn-cs"/>
              </a:defRPr>
            </a:lvl8pPr>
            <a:lvl9pPr marL="3657600" indent="0" algn="ctr" eaLnBrk="1" hangingPunct="1">
              <a:buNone/>
              <a:defRPr>
                <a:solidFill>
                  <a:schemeClr val="tx1">
                    <a:tint val="75000"/>
                  </a:schemeClr>
                </a:solidFill>
                <a:latin typeface="+mn-lt"/>
                <a:ea typeface="+mn-ea"/>
                <a:cs typeface="+mn-cs"/>
              </a:defRPr>
            </a:lvl9pPr>
          </a:lstStyle>
          <a:p>
            <a:r>
              <a:rPr lang="en-US" sz="1400" dirty="0">
                <a:solidFill>
                  <a:schemeClr val="bg1"/>
                </a:solidFill>
              </a:rPr>
              <a:t>John Miner</a:t>
            </a:r>
            <a:br>
              <a:rPr lang="en-US" sz="1400" dirty="0">
                <a:solidFill>
                  <a:schemeClr val="bg1"/>
                </a:solidFill>
              </a:rPr>
            </a:br>
            <a:r>
              <a:rPr lang="en-US" sz="1400" dirty="0">
                <a:solidFill>
                  <a:schemeClr val="bg1"/>
                </a:solidFill>
              </a:rPr>
              <a:t>Data Architect</a:t>
            </a:r>
          </a:p>
          <a:p>
            <a:r>
              <a:rPr lang="en-US" sz="1400" dirty="0">
                <a:solidFill>
                  <a:schemeClr val="bg1"/>
                </a:solidFill>
                <a:hlinkClick r:id="rId3">
                  <a:extLst>
                    <a:ext uri="{A12FA001-AC4F-418D-AE19-62706E023703}">
                      <ahyp:hlinkClr xmlns:ahyp="http://schemas.microsoft.com/office/drawing/2018/hyperlinkcolor" val="tx"/>
                    </a:ext>
                  </a:extLst>
                </a:hlinkClick>
              </a:rPr>
              <a:t>john.miner@insight.com</a:t>
            </a:r>
            <a:endParaRPr lang="en-US" sz="1400" dirty="0">
              <a:solidFill>
                <a:schemeClr val="bg1"/>
              </a:solidFill>
            </a:endParaRPr>
          </a:p>
          <a:p>
            <a:endParaRPr lang="en-US" dirty="0"/>
          </a:p>
        </p:txBody>
      </p:sp>
      <p:pic>
        <p:nvPicPr>
          <p:cNvPr id="3" name="Picture 2">
            <a:extLst>
              <a:ext uri="{FF2B5EF4-FFF2-40B4-BE49-F238E27FC236}">
                <a16:creationId xmlns:a16="http://schemas.microsoft.com/office/drawing/2014/main" id="{D66914E5-943A-8770-B757-2717F482D45C}"/>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66142" y="4551877"/>
            <a:ext cx="1102430" cy="444981"/>
          </a:xfrm>
          <a:prstGeom prst="rect">
            <a:avLst/>
          </a:prstGeom>
        </p:spPr>
      </p:pic>
    </p:spTree>
    <p:extLst>
      <p:ext uri="{BB962C8B-B14F-4D97-AF65-F5344CB8AC3E}">
        <p14:creationId xmlns:p14="http://schemas.microsoft.com/office/powerpoint/2010/main" val="2323907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DE6B89-9484-4E50-8387-C55E031D8549}"/>
              </a:ext>
            </a:extLst>
          </p:cNvPr>
          <p:cNvSpPr>
            <a:spLocks noGrp="1"/>
          </p:cNvSpPr>
          <p:nvPr>
            <p:ph type="title"/>
          </p:nvPr>
        </p:nvSpPr>
        <p:spPr/>
        <p:txBody>
          <a:bodyPr>
            <a:normAutofit/>
          </a:bodyPr>
          <a:lstStyle/>
          <a:p>
            <a:r>
              <a:rPr lang="en-US" dirty="0"/>
              <a:t>Agenda</a:t>
            </a:r>
          </a:p>
        </p:txBody>
      </p:sp>
      <p:sp>
        <p:nvSpPr>
          <p:cNvPr id="5" name="Content Placeholder 4">
            <a:extLst>
              <a:ext uri="{FF2B5EF4-FFF2-40B4-BE49-F238E27FC236}">
                <a16:creationId xmlns:a16="http://schemas.microsoft.com/office/drawing/2014/main" id="{30EB58E2-A9A0-481A-8B5B-381B836CE40B}"/>
              </a:ext>
            </a:extLst>
          </p:cNvPr>
          <p:cNvSpPr>
            <a:spLocks noGrp="1"/>
          </p:cNvSpPr>
          <p:nvPr>
            <p:ph sz="quarter" idx="14"/>
          </p:nvPr>
        </p:nvSpPr>
        <p:spPr/>
        <p:txBody>
          <a:bodyPr>
            <a:normAutofit/>
          </a:bodyPr>
          <a:lstStyle/>
          <a:p>
            <a:r>
              <a:rPr lang="en-US" dirty="0"/>
              <a:t>Data Modeling</a:t>
            </a:r>
          </a:p>
          <a:p>
            <a:r>
              <a:rPr lang="en-US" dirty="0"/>
              <a:t>Background and Setup</a:t>
            </a:r>
          </a:p>
          <a:p>
            <a:r>
              <a:rPr lang="en-US" dirty="0"/>
              <a:t>Materializing Data</a:t>
            </a:r>
          </a:p>
          <a:p>
            <a:r>
              <a:rPr lang="en-US" dirty="0"/>
              <a:t>Testing Data Quality</a:t>
            </a:r>
          </a:p>
          <a:p>
            <a:r>
              <a:rPr lang="en-US" dirty="0"/>
              <a:t>Producing Documentation</a:t>
            </a:r>
          </a:p>
        </p:txBody>
      </p:sp>
    </p:spTree>
    <p:extLst>
      <p:ext uri="{BB962C8B-B14F-4D97-AF65-F5344CB8AC3E}">
        <p14:creationId xmlns:p14="http://schemas.microsoft.com/office/powerpoint/2010/main" val="3318299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C5CD4B-2250-3F15-0D11-C372D89DB5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0C6AF4-5EF9-0839-72B9-6BC300B99577}"/>
              </a:ext>
            </a:extLst>
          </p:cNvPr>
          <p:cNvSpPr>
            <a:spLocks noGrp="1"/>
          </p:cNvSpPr>
          <p:nvPr>
            <p:ph type="title"/>
          </p:nvPr>
        </p:nvSpPr>
        <p:spPr/>
        <p:txBody>
          <a:bodyPr/>
          <a:lstStyle/>
          <a:p>
            <a:r>
              <a:rPr lang="en-US" dirty="0"/>
              <a:t>Data Modeling</a:t>
            </a:r>
          </a:p>
        </p:txBody>
      </p:sp>
      <p:sp>
        <p:nvSpPr>
          <p:cNvPr id="9" name="TextBox 8">
            <a:extLst>
              <a:ext uri="{FF2B5EF4-FFF2-40B4-BE49-F238E27FC236}">
                <a16:creationId xmlns:a16="http://schemas.microsoft.com/office/drawing/2014/main" id="{56023348-D739-4579-4E10-3804BAB254D9}"/>
              </a:ext>
            </a:extLst>
          </p:cNvPr>
          <p:cNvSpPr txBox="1"/>
          <p:nvPr/>
        </p:nvSpPr>
        <p:spPr>
          <a:xfrm>
            <a:off x="489857" y="1635353"/>
            <a:ext cx="4637314" cy="2691121"/>
          </a:xfrm>
          <a:prstGeom prst="rect">
            <a:avLst/>
          </a:prstGeom>
          <a:noFill/>
        </p:spPr>
        <p:txBody>
          <a:bodyPr wrap="square">
            <a:spAutoFit/>
          </a:bodyPr>
          <a:lstStyle/>
          <a:p>
            <a:pPr marL="0" marR="0" lvl="0" indent="0" algn="l" defTabSz="914400" rtl="0" eaLnBrk="1" fontAlgn="auto" latinLnBrk="0" hangingPunct="1">
              <a:lnSpc>
                <a:spcPct val="125000"/>
              </a:lnSpc>
              <a:spcBef>
                <a:spcPts val="930"/>
              </a:spcBef>
              <a:spcAft>
                <a:spcPts val="600"/>
              </a:spcAft>
              <a:buClrTx/>
              <a:buSzTx/>
              <a:buFont typeface="Corbel" panose="020B0503020204020204" pitchFamily="34" charset="0"/>
              <a:buNone/>
              <a:tabLst/>
              <a:defRPr/>
            </a:pPr>
            <a:r>
              <a:rPr lang="en-US" b="1" spc="150" dirty="0">
                <a:solidFill>
                  <a:prstClr val="black">
                    <a:lumMod val="75000"/>
                    <a:lumOff val="25000"/>
                  </a:prstClr>
                </a:solidFill>
                <a:latin typeface="Meiryo"/>
              </a:rPr>
              <a:t>Normal Forms</a:t>
            </a:r>
            <a:endParaRPr kumimoji="0" lang="en-US" sz="1800" b="1" i="0" u="none" strike="noStrike" kern="1200" cap="none" spc="150" normalizeH="0" baseline="0" noProof="0" dirty="0">
              <a:ln>
                <a:noFill/>
              </a:ln>
              <a:solidFill>
                <a:prstClr val="black">
                  <a:lumMod val="75000"/>
                  <a:lumOff val="25000"/>
                </a:prstClr>
              </a:solidFill>
              <a:effectLst/>
              <a:uLnTx/>
              <a:uFillTx/>
              <a:latin typeface="Meiryo"/>
              <a:ea typeface="+mn-ea"/>
              <a:cs typeface="+mn-cs"/>
            </a:endParaRPr>
          </a:p>
          <a:p>
            <a:pPr lvl="0">
              <a:lnSpc>
                <a:spcPct val="125000"/>
              </a:lnSpc>
              <a:spcBef>
                <a:spcPts val="930"/>
              </a:spcBef>
              <a:spcAft>
                <a:spcPts val="600"/>
              </a:spcAft>
              <a:defRPr/>
            </a:pPr>
            <a:r>
              <a:rPr lang="en-US" dirty="0"/>
              <a:t>Normalization entails organizing the </a:t>
            </a:r>
            <a:r>
              <a:rPr lang="en-US" dirty="0">
                <a:hlinkClick r:id="rId3" tooltip="Column (database)"/>
              </a:rPr>
              <a:t>columns</a:t>
            </a:r>
            <a:r>
              <a:rPr lang="en-US" dirty="0"/>
              <a:t> (attributes) and </a:t>
            </a:r>
            <a:r>
              <a:rPr lang="en-US" dirty="0">
                <a:hlinkClick r:id="rId4" tooltip="Relation (database)"/>
              </a:rPr>
              <a:t>tables</a:t>
            </a:r>
            <a:r>
              <a:rPr lang="en-US" dirty="0"/>
              <a:t> (relations) of a database to ensure that their </a:t>
            </a:r>
            <a:r>
              <a:rPr lang="en-US" dirty="0">
                <a:hlinkClick r:id="rId5" tooltip="Dependency theory (database theory)"/>
              </a:rPr>
              <a:t>dependencies</a:t>
            </a:r>
            <a:r>
              <a:rPr lang="en-US" dirty="0"/>
              <a:t> are properly enforced by database integrity constraints. </a:t>
            </a:r>
            <a:endParaRPr kumimoji="0" lang="en-US" sz="1800" b="0" i="0" u="none" strike="noStrike" kern="1200" cap="none" spc="150" normalizeH="0" baseline="0" noProof="0" dirty="0">
              <a:ln>
                <a:noFill/>
              </a:ln>
              <a:solidFill>
                <a:prstClr val="black">
                  <a:lumMod val="75000"/>
                  <a:lumOff val="25000"/>
                </a:prstClr>
              </a:solidFill>
              <a:effectLst/>
              <a:uLnTx/>
              <a:uFillTx/>
              <a:latin typeface="Meiryo"/>
              <a:ea typeface="+mn-ea"/>
              <a:cs typeface="+mn-cs"/>
            </a:endParaRPr>
          </a:p>
        </p:txBody>
      </p:sp>
      <p:pic>
        <p:nvPicPr>
          <p:cNvPr id="4" name="Picture 3">
            <a:extLst>
              <a:ext uri="{FF2B5EF4-FFF2-40B4-BE49-F238E27FC236}">
                <a16:creationId xmlns:a16="http://schemas.microsoft.com/office/drawing/2014/main" id="{C1F9DBB8-6747-5B38-9372-E7F599CB67BF}"/>
              </a:ext>
            </a:extLst>
          </p:cNvPr>
          <p:cNvPicPr>
            <a:picLocks noChangeAspect="1"/>
          </p:cNvPicPr>
          <p:nvPr/>
        </p:nvPicPr>
        <p:blipFill>
          <a:blip r:embed="rId6"/>
          <a:stretch>
            <a:fillRect/>
          </a:stretch>
        </p:blipFill>
        <p:spPr>
          <a:xfrm>
            <a:off x="5373843" y="1635353"/>
            <a:ext cx="6175238" cy="4127491"/>
          </a:xfrm>
          <a:prstGeom prst="rect">
            <a:avLst/>
          </a:prstGeom>
        </p:spPr>
      </p:pic>
    </p:spTree>
    <p:extLst>
      <p:ext uri="{BB962C8B-B14F-4D97-AF65-F5344CB8AC3E}">
        <p14:creationId xmlns:p14="http://schemas.microsoft.com/office/powerpoint/2010/main" val="3401447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F2173-4782-DB1C-549D-5B9074DDBF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8510CE-A7B2-4394-DC69-4CAA2992FF7C}"/>
              </a:ext>
            </a:extLst>
          </p:cNvPr>
          <p:cNvSpPr>
            <a:spLocks noGrp="1"/>
          </p:cNvSpPr>
          <p:nvPr>
            <p:ph type="title"/>
          </p:nvPr>
        </p:nvSpPr>
        <p:spPr/>
        <p:txBody>
          <a:bodyPr/>
          <a:lstStyle/>
          <a:p>
            <a:r>
              <a:rPr lang="en-US" dirty="0"/>
              <a:t>1</a:t>
            </a:r>
            <a:r>
              <a:rPr lang="en-US" baseline="30000" dirty="0"/>
              <a:t>st</a:t>
            </a:r>
            <a:r>
              <a:rPr lang="en-US" dirty="0"/>
              <a:t> Normal Form</a:t>
            </a:r>
          </a:p>
        </p:txBody>
      </p:sp>
      <p:pic>
        <p:nvPicPr>
          <p:cNvPr id="5" name="Picture 4">
            <a:extLst>
              <a:ext uri="{FF2B5EF4-FFF2-40B4-BE49-F238E27FC236}">
                <a16:creationId xmlns:a16="http://schemas.microsoft.com/office/drawing/2014/main" id="{A258011A-5846-5328-E5B4-AC81340E1AD9}"/>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714248" y="1573343"/>
            <a:ext cx="4435224" cy="4320914"/>
          </a:xfrm>
          <a:prstGeom prst="rect">
            <a:avLst/>
          </a:prstGeom>
        </p:spPr>
      </p:pic>
      <p:pic>
        <p:nvPicPr>
          <p:cNvPr id="7" name="Picture 6">
            <a:extLst>
              <a:ext uri="{FF2B5EF4-FFF2-40B4-BE49-F238E27FC236}">
                <a16:creationId xmlns:a16="http://schemas.microsoft.com/office/drawing/2014/main" id="{FDE5DC42-C29B-29B4-7D8D-AFD8D454F98F}"/>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660340" y="1431901"/>
            <a:ext cx="5334462" cy="2491956"/>
          </a:xfrm>
          <a:prstGeom prst="rect">
            <a:avLst/>
          </a:prstGeom>
        </p:spPr>
      </p:pic>
      <p:sp>
        <p:nvSpPr>
          <p:cNvPr id="10" name="TextBox 9">
            <a:extLst>
              <a:ext uri="{FF2B5EF4-FFF2-40B4-BE49-F238E27FC236}">
                <a16:creationId xmlns:a16="http://schemas.microsoft.com/office/drawing/2014/main" id="{B9AE72A0-9C96-D64D-2840-4AAB70DD1C83}"/>
              </a:ext>
            </a:extLst>
          </p:cNvPr>
          <p:cNvSpPr txBox="1"/>
          <p:nvPr/>
        </p:nvSpPr>
        <p:spPr>
          <a:xfrm>
            <a:off x="5660340" y="5010835"/>
            <a:ext cx="6096000" cy="523220"/>
          </a:xfrm>
          <a:prstGeom prst="rect">
            <a:avLst/>
          </a:prstGeom>
          <a:noFill/>
        </p:spPr>
        <p:txBody>
          <a:bodyPr wrap="square">
            <a:spAutoFit/>
          </a:bodyPr>
          <a:lstStyle/>
          <a:p>
            <a:r>
              <a:rPr lang="en-US" sz="1400" dirty="0">
                <a:solidFill>
                  <a:srgbClr val="C00000"/>
                </a:solidFill>
              </a:rPr>
              <a:t>Move nested array (object) into its’ own table.  This can happen with JSON documents in SQL Server.</a:t>
            </a:r>
          </a:p>
        </p:txBody>
      </p:sp>
    </p:spTree>
    <p:extLst>
      <p:ext uri="{BB962C8B-B14F-4D97-AF65-F5344CB8AC3E}">
        <p14:creationId xmlns:p14="http://schemas.microsoft.com/office/powerpoint/2010/main" val="19276124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AD66C7-8C2C-A9FF-B4F7-116B0FC9DB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CD0D36-5F0C-D3D0-99E2-FEECFE68F437}"/>
              </a:ext>
            </a:extLst>
          </p:cNvPr>
          <p:cNvSpPr>
            <a:spLocks noGrp="1"/>
          </p:cNvSpPr>
          <p:nvPr>
            <p:ph type="title"/>
          </p:nvPr>
        </p:nvSpPr>
        <p:spPr/>
        <p:txBody>
          <a:bodyPr/>
          <a:lstStyle/>
          <a:p>
            <a:r>
              <a:rPr lang="en-US" dirty="0"/>
              <a:t>2nd Normal Form</a:t>
            </a:r>
          </a:p>
        </p:txBody>
      </p:sp>
      <p:sp>
        <p:nvSpPr>
          <p:cNvPr id="10" name="TextBox 9">
            <a:extLst>
              <a:ext uri="{FF2B5EF4-FFF2-40B4-BE49-F238E27FC236}">
                <a16:creationId xmlns:a16="http://schemas.microsoft.com/office/drawing/2014/main" id="{D29D0EF7-4D73-06B7-2EAA-3EFC2E095419}"/>
              </a:ext>
            </a:extLst>
          </p:cNvPr>
          <p:cNvSpPr txBox="1"/>
          <p:nvPr/>
        </p:nvSpPr>
        <p:spPr>
          <a:xfrm>
            <a:off x="5660340" y="5010835"/>
            <a:ext cx="6096000" cy="523220"/>
          </a:xfrm>
          <a:prstGeom prst="rect">
            <a:avLst/>
          </a:prstGeom>
          <a:noFill/>
        </p:spPr>
        <p:txBody>
          <a:bodyPr wrap="square">
            <a:spAutoFit/>
          </a:bodyPr>
          <a:lstStyle/>
          <a:p>
            <a:r>
              <a:rPr lang="en-US" sz="1400" dirty="0">
                <a:solidFill>
                  <a:srgbClr val="C00000"/>
                </a:solidFill>
              </a:rPr>
              <a:t>Partial dependency occurs between manufacturer country and manufacturer name.  Break into two tables to eliminate.</a:t>
            </a:r>
          </a:p>
        </p:txBody>
      </p:sp>
      <p:pic>
        <p:nvPicPr>
          <p:cNvPr id="4" name="Picture 3">
            <a:extLst>
              <a:ext uri="{FF2B5EF4-FFF2-40B4-BE49-F238E27FC236}">
                <a16:creationId xmlns:a16="http://schemas.microsoft.com/office/drawing/2014/main" id="{D4E6DEB6-B4D8-806C-DDF0-3762B05C0E9F}"/>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1023105" y="1847615"/>
            <a:ext cx="3505504" cy="2575783"/>
          </a:xfrm>
          <a:prstGeom prst="rect">
            <a:avLst/>
          </a:prstGeom>
        </p:spPr>
      </p:pic>
      <p:pic>
        <p:nvPicPr>
          <p:cNvPr id="8" name="Picture 7">
            <a:extLst>
              <a:ext uri="{FF2B5EF4-FFF2-40B4-BE49-F238E27FC236}">
                <a16:creationId xmlns:a16="http://schemas.microsoft.com/office/drawing/2014/main" id="{DF3B0E37-1DB4-FB34-B3AC-658D2F1E5115}"/>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444860" y="1740925"/>
            <a:ext cx="4023709" cy="2789162"/>
          </a:xfrm>
          <a:prstGeom prst="rect">
            <a:avLst/>
          </a:prstGeom>
        </p:spPr>
      </p:pic>
    </p:spTree>
    <p:extLst>
      <p:ext uri="{BB962C8B-B14F-4D97-AF65-F5344CB8AC3E}">
        <p14:creationId xmlns:p14="http://schemas.microsoft.com/office/powerpoint/2010/main" val="40437528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B178C2-5B4F-04FB-8136-823413089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AEAF9C-7CC4-AC56-91E1-E7AE9C361F08}"/>
              </a:ext>
            </a:extLst>
          </p:cNvPr>
          <p:cNvSpPr>
            <a:spLocks noGrp="1"/>
          </p:cNvSpPr>
          <p:nvPr>
            <p:ph type="title"/>
          </p:nvPr>
        </p:nvSpPr>
        <p:spPr/>
        <p:txBody>
          <a:bodyPr/>
          <a:lstStyle/>
          <a:p>
            <a:r>
              <a:rPr lang="en-US" dirty="0"/>
              <a:t>3rd Normal Form</a:t>
            </a:r>
          </a:p>
        </p:txBody>
      </p:sp>
      <p:sp>
        <p:nvSpPr>
          <p:cNvPr id="10" name="TextBox 9">
            <a:extLst>
              <a:ext uri="{FF2B5EF4-FFF2-40B4-BE49-F238E27FC236}">
                <a16:creationId xmlns:a16="http://schemas.microsoft.com/office/drawing/2014/main" id="{00048CEE-52BF-E54E-15B3-1B05E3837B99}"/>
              </a:ext>
            </a:extLst>
          </p:cNvPr>
          <p:cNvSpPr txBox="1"/>
          <p:nvPr/>
        </p:nvSpPr>
        <p:spPr>
          <a:xfrm>
            <a:off x="5660340" y="5010835"/>
            <a:ext cx="6096000" cy="738664"/>
          </a:xfrm>
          <a:prstGeom prst="rect">
            <a:avLst/>
          </a:prstGeom>
          <a:noFill/>
        </p:spPr>
        <p:txBody>
          <a:bodyPr wrap="square">
            <a:spAutoFit/>
          </a:bodyPr>
          <a:lstStyle/>
          <a:p>
            <a:r>
              <a:rPr lang="en-US" sz="1400" dirty="0">
                <a:solidFill>
                  <a:srgbClr val="C00000"/>
                </a:solidFill>
              </a:rPr>
              <a:t>Transitive dependency between name, year, and winner id.  Break into two tables to eliminate redundancy and possible date entry errors.</a:t>
            </a:r>
          </a:p>
        </p:txBody>
      </p:sp>
      <p:pic>
        <p:nvPicPr>
          <p:cNvPr id="5" name="Picture 4">
            <a:extLst>
              <a:ext uri="{FF2B5EF4-FFF2-40B4-BE49-F238E27FC236}">
                <a16:creationId xmlns:a16="http://schemas.microsoft.com/office/drawing/2014/main" id="{78CDE60A-C53A-37EB-CFC2-B802D692F006}"/>
              </a:ext>
            </a:extLst>
          </p:cNvPr>
          <p:cNvPicPr>
            <a:picLocks noChangeAspect="1"/>
          </p:cNvPicPr>
          <p:nvPr/>
        </p:nvPicPr>
        <p:blipFill>
          <a:blip r:embed="rId3">
            <a:clrChange>
              <a:clrFrom>
                <a:srgbClr val="FFFFFF"/>
              </a:clrFrom>
              <a:clrTo>
                <a:srgbClr val="FFFFFF">
                  <a:alpha val="0"/>
                </a:srgbClr>
              </a:clrTo>
            </a:clrChange>
          </a:blip>
          <a:stretch>
            <a:fillRect/>
          </a:stretch>
        </p:blipFill>
        <p:spPr>
          <a:xfrm>
            <a:off x="367722" y="1740925"/>
            <a:ext cx="4968671" cy="1844200"/>
          </a:xfrm>
          <a:prstGeom prst="rect">
            <a:avLst/>
          </a:prstGeom>
        </p:spPr>
      </p:pic>
      <p:pic>
        <p:nvPicPr>
          <p:cNvPr id="7" name="Picture 6">
            <a:extLst>
              <a:ext uri="{FF2B5EF4-FFF2-40B4-BE49-F238E27FC236}">
                <a16:creationId xmlns:a16="http://schemas.microsoft.com/office/drawing/2014/main" id="{DB5955DC-3A2C-FB22-DBBA-02E19B5B5F29}"/>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5842125" y="1655304"/>
            <a:ext cx="5471634" cy="1882303"/>
          </a:xfrm>
          <a:prstGeom prst="rect">
            <a:avLst/>
          </a:prstGeom>
        </p:spPr>
      </p:pic>
    </p:spTree>
    <p:extLst>
      <p:ext uri="{BB962C8B-B14F-4D97-AF65-F5344CB8AC3E}">
        <p14:creationId xmlns:p14="http://schemas.microsoft.com/office/powerpoint/2010/main" val="15216918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989EF-9793-EC2B-4B67-2ED32DC68C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4290FA-0422-3DB0-022E-CE2E52AC173F}"/>
              </a:ext>
            </a:extLst>
          </p:cNvPr>
          <p:cNvSpPr>
            <a:spLocks noGrp="1"/>
          </p:cNvSpPr>
          <p:nvPr>
            <p:ph type="title"/>
          </p:nvPr>
        </p:nvSpPr>
        <p:spPr/>
        <p:txBody>
          <a:bodyPr/>
          <a:lstStyle/>
          <a:p>
            <a:r>
              <a:rPr lang="en-US" dirty="0"/>
              <a:t>Star Schema</a:t>
            </a:r>
          </a:p>
        </p:txBody>
      </p:sp>
      <p:sp>
        <p:nvSpPr>
          <p:cNvPr id="9" name="TextBox 8">
            <a:extLst>
              <a:ext uri="{FF2B5EF4-FFF2-40B4-BE49-F238E27FC236}">
                <a16:creationId xmlns:a16="http://schemas.microsoft.com/office/drawing/2014/main" id="{281E2FCA-2C9F-F9B5-DEC4-13953DD9ED95}"/>
              </a:ext>
            </a:extLst>
          </p:cNvPr>
          <p:cNvSpPr txBox="1"/>
          <p:nvPr/>
        </p:nvSpPr>
        <p:spPr>
          <a:xfrm>
            <a:off x="489856" y="1635353"/>
            <a:ext cx="5138057" cy="3750066"/>
          </a:xfrm>
          <a:prstGeom prst="rect">
            <a:avLst/>
          </a:prstGeom>
          <a:noFill/>
        </p:spPr>
        <p:txBody>
          <a:bodyPr wrap="square">
            <a:spAutoFit/>
          </a:bodyPr>
          <a:lstStyle/>
          <a:p>
            <a:pPr marL="0" marR="0" lvl="0" indent="0" algn="l" defTabSz="914400" rtl="0" eaLnBrk="1" fontAlgn="auto" latinLnBrk="0" hangingPunct="1">
              <a:lnSpc>
                <a:spcPct val="125000"/>
              </a:lnSpc>
              <a:spcBef>
                <a:spcPts val="930"/>
              </a:spcBef>
              <a:spcAft>
                <a:spcPts val="600"/>
              </a:spcAft>
              <a:buClrTx/>
              <a:buSzTx/>
              <a:buFont typeface="Corbel" panose="020B0503020204020204" pitchFamily="34" charset="0"/>
              <a:buNone/>
              <a:tabLst/>
              <a:defRPr/>
            </a:pPr>
            <a:r>
              <a:rPr kumimoji="0" lang="en-US" sz="1800" b="1" i="0" u="none" strike="noStrike" kern="1200" cap="none" spc="150" normalizeH="0" baseline="0" noProof="0" dirty="0">
                <a:ln>
                  <a:noFill/>
                </a:ln>
                <a:solidFill>
                  <a:prstClr val="black">
                    <a:lumMod val="75000"/>
                    <a:lumOff val="25000"/>
                  </a:prstClr>
                </a:solidFill>
                <a:effectLst/>
                <a:uLnTx/>
                <a:uFillTx/>
                <a:latin typeface="Meiryo"/>
                <a:ea typeface="+mn-ea"/>
                <a:cs typeface="+mn-cs"/>
              </a:rPr>
              <a:t>Data Warehousing</a:t>
            </a:r>
          </a:p>
          <a:p>
            <a:pPr lvl="0">
              <a:lnSpc>
                <a:spcPct val="125000"/>
              </a:lnSpc>
              <a:spcBef>
                <a:spcPts val="930"/>
              </a:spcBef>
              <a:spcAft>
                <a:spcPts val="600"/>
              </a:spcAft>
              <a:defRPr/>
            </a:pPr>
            <a:r>
              <a:rPr lang="en-US" sz="1700" dirty="0"/>
              <a:t>The </a:t>
            </a:r>
            <a:r>
              <a:rPr lang="en-US" sz="1700" b="1" dirty="0"/>
              <a:t>star</a:t>
            </a:r>
            <a:r>
              <a:rPr lang="en-US" sz="1700" dirty="0"/>
              <a:t> model is widely used to develop data warehouses.  The model has one or more fact tables referencing any number of dimension tables.  </a:t>
            </a:r>
          </a:p>
          <a:p>
            <a:pPr lvl="0">
              <a:lnSpc>
                <a:spcPct val="125000"/>
              </a:lnSpc>
              <a:spcBef>
                <a:spcPts val="930"/>
              </a:spcBef>
              <a:spcAft>
                <a:spcPts val="600"/>
              </a:spcAft>
              <a:defRPr/>
            </a:pPr>
            <a:r>
              <a:rPr lang="en-US" sz="1700" b="1" dirty="0"/>
              <a:t>Fact</a:t>
            </a:r>
            <a:r>
              <a:rPr lang="en-US" sz="1700" dirty="0"/>
              <a:t> tables hold the quantitative data about a business and </a:t>
            </a:r>
            <a:r>
              <a:rPr lang="en-US" sz="1700" b="1" dirty="0"/>
              <a:t>dimension</a:t>
            </a:r>
            <a:r>
              <a:rPr lang="en-US" sz="1700" dirty="0"/>
              <a:t> tables are descriptive attributes related to fact data.  Querying is extremely fast since the joining keys are typically integers.</a:t>
            </a:r>
            <a:endParaRPr kumimoji="0" lang="en-US" sz="1700" b="0" i="0" u="none" strike="noStrike" kern="1200" cap="none" spc="150" normalizeH="0" baseline="0" noProof="0" dirty="0">
              <a:ln>
                <a:noFill/>
              </a:ln>
              <a:solidFill>
                <a:prstClr val="black">
                  <a:lumMod val="75000"/>
                  <a:lumOff val="25000"/>
                </a:prstClr>
              </a:solidFill>
              <a:effectLst/>
              <a:uLnTx/>
              <a:uFillTx/>
              <a:latin typeface="Meiryo"/>
              <a:ea typeface="+mn-ea"/>
              <a:cs typeface="+mn-cs"/>
            </a:endParaRPr>
          </a:p>
        </p:txBody>
      </p:sp>
      <p:pic>
        <p:nvPicPr>
          <p:cNvPr id="7" name="Picture 6">
            <a:extLst>
              <a:ext uri="{FF2B5EF4-FFF2-40B4-BE49-F238E27FC236}">
                <a16:creationId xmlns:a16="http://schemas.microsoft.com/office/drawing/2014/main" id="{8E4AEA36-175B-6BB1-FACF-5EEBEFB1653B}"/>
              </a:ext>
            </a:extLst>
          </p:cNvPr>
          <p:cNvPicPr>
            <a:picLocks noChangeAspect="1"/>
          </p:cNvPicPr>
          <p:nvPr/>
        </p:nvPicPr>
        <p:blipFill>
          <a:blip r:embed="rId3"/>
          <a:stretch>
            <a:fillRect/>
          </a:stretch>
        </p:blipFill>
        <p:spPr>
          <a:xfrm>
            <a:off x="5878286" y="1889328"/>
            <a:ext cx="6063343" cy="3079343"/>
          </a:xfrm>
          <a:prstGeom prst="rect">
            <a:avLst/>
          </a:prstGeom>
        </p:spPr>
      </p:pic>
    </p:spTree>
    <p:extLst>
      <p:ext uri="{BB962C8B-B14F-4D97-AF65-F5344CB8AC3E}">
        <p14:creationId xmlns:p14="http://schemas.microsoft.com/office/powerpoint/2010/main" val="36884431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30E0F-10C6-298A-C347-E831FFF4ECB8}"/>
              </a:ext>
            </a:extLst>
          </p:cNvPr>
          <p:cNvSpPr>
            <a:spLocks noGrp="1"/>
          </p:cNvSpPr>
          <p:nvPr>
            <p:ph type="title"/>
          </p:nvPr>
        </p:nvSpPr>
        <p:spPr/>
        <p:txBody>
          <a:bodyPr/>
          <a:lstStyle/>
          <a:p>
            <a:r>
              <a:rPr lang="en-US" dirty="0"/>
              <a:t>Background</a:t>
            </a:r>
          </a:p>
        </p:txBody>
      </p:sp>
      <p:sp>
        <p:nvSpPr>
          <p:cNvPr id="3" name="Content Placeholder 2">
            <a:extLst>
              <a:ext uri="{FF2B5EF4-FFF2-40B4-BE49-F238E27FC236}">
                <a16:creationId xmlns:a16="http://schemas.microsoft.com/office/drawing/2014/main" id="{41191CC7-9CF2-71F0-1AD4-791EA9CBAD97}"/>
              </a:ext>
            </a:extLst>
          </p:cNvPr>
          <p:cNvSpPr>
            <a:spLocks noGrp="1"/>
          </p:cNvSpPr>
          <p:nvPr>
            <p:ph sz="quarter" idx="14"/>
          </p:nvPr>
        </p:nvSpPr>
        <p:spPr>
          <a:xfrm>
            <a:off x="648935" y="1646102"/>
            <a:ext cx="10900146" cy="4160520"/>
          </a:xfrm>
        </p:spPr>
        <p:txBody>
          <a:bodyPr>
            <a:normAutofit fontScale="77500" lnSpcReduction="20000"/>
          </a:bodyPr>
          <a:lstStyle/>
          <a:p>
            <a:r>
              <a:rPr lang="en-US" b="1" dirty="0"/>
              <a:t>Concept</a:t>
            </a:r>
          </a:p>
          <a:p>
            <a:r>
              <a:rPr lang="en-US" dirty="0"/>
              <a:t>Data build tool (dbt) is an open-source tool that helps engineers transform existing data within their warehouses. </a:t>
            </a:r>
          </a:p>
          <a:p>
            <a:endParaRPr lang="en-US" dirty="0"/>
          </a:p>
          <a:p>
            <a:r>
              <a:rPr lang="en-US" b="1" dirty="0"/>
              <a:t>VS Code Integration</a:t>
            </a:r>
            <a:r>
              <a:rPr lang="en-US" dirty="0"/>
              <a:t>	</a:t>
            </a:r>
          </a:p>
          <a:p>
            <a:r>
              <a:rPr lang="en-US" dirty="0"/>
              <a:t>The framework is written in Python with the translations defined as SQL scripts and/or YAML files. </a:t>
            </a:r>
          </a:p>
          <a:p>
            <a:endParaRPr lang="en-US" dirty="0"/>
          </a:p>
          <a:p>
            <a:r>
              <a:rPr lang="en-US" b="1" dirty="0"/>
              <a:t>Target Platforms</a:t>
            </a:r>
          </a:p>
          <a:p>
            <a:r>
              <a:rPr lang="en-US" dirty="0"/>
              <a:t>The real power comes from the fact that adapters have been written for many different target database management systems. </a:t>
            </a:r>
          </a:p>
          <a:p>
            <a:endParaRPr lang="en-US" dirty="0"/>
          </a:p>
        </p:txBody>
      </p:sp>
    </p:spTree>
    <p:extLst>
      <p:ext uri="{BB962C8B-B14F-4D97-AF65-F5344CB8AC3E}">
        <p14:creationId xmlns:p14="http://schemas.microsoft.com/office/powerpoint/2010/main" val="4153247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59580B-408F-AFFD-6253-6AEA18E79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B7D9C9-2E9E-59B2-CADD-077189987EC0}"/>
              </a:ext>
            </a:extLst>
          </p:cNvPr>
          <p:cNvSpPr>
            <a:spLocks noGrp="1"/>
          </p:cNvSpPr>
          <p:nvPr>
            <p:ph type="title"/>
          </p:nvPr>
        </p:nvSpPr>
        <p:spPr/>
        <p:txBody>
          <a:bodyPr/>
          <a:lstStyle/>
          <a:p>
            <a:r>
              <a:rPr lang="en-US"/>
              <a:t>Setup</a:t>
            </a:r>
            <a:endParaRPr lang="en-US" dirty="0"/>
          </a:p>
        </p:txBody>
      </p:sp>
      <p:sp>
        <p:nvSpPr>
          <p:cNvPr id="3" name="Content Placeholder 2">
            <a:extLst>
              <a:ext uri="{FF2B5EF4-FFF2-40B4-BE49-F238E27FC236}">
                <a16:creationId xmlns:a16="http://schemas.microsoft.com/office/drawing/2014/main" id="{CC723375-06D3-F9B1-D1E1-F39D3E2EEED9}"/>
              </a:ext>
            </a:extLst>
          </p:cNvPr>
          <p:cNvSpPr>
            <a:spLocks noGrp="1"/>
          </p:cNvSpPr>
          <p:nvPr>
            <p:ph sz="quarter" idx="14"/>
          </p:nvPr>
        </p:nvSpPr>
        <p:spPr>
          <a:xfrm>
            <a:off x="648935" y="1701003"/>
            <a:ext cx="10900146" cy="4160520"/>
          </a:xfrm>
        </p:spPr>
        <p:txBody>
          <a:bodyPr>
            <a:normAutofit lnSpcReduction="10000"/>
          </a:bodyPr>
          <a:lstStyle/>
          <a:p>
            <a:pPr marL="342900" indent="-342900">
              <a:buFont typeface="+mj-lt"/>
              <a:buAutoNum type="arabicPeriod"/>
            </a:pPr>
            <a:r>
              <a:rPr lang="en-US" dirty="0"/>
              <a:t>Install SSMS for SQL Server</a:t>
            </a:r>
          </a:p>
          <a:p>
            <a:pPr marL="342900" indent="-342900">
              <a:buFont typeface="+mj-lt"/>
              <a:buAutoNum type="arabicPeriod"/>
            </a:pPr>
            <a:r>
              <a:rPr lang="en-US" dirty="0"/>
              <a:t>Install Visual Studio Code</a:t>
            </a:r>
          </a:p>
          <a:p>
            <a:pPr marL="342900" indent="-342900">
              <a:buFont typeface="+mj-lt"/>
              <a:buAutoNum type="arabicPeriod"/>
            </a:pPr>
            <a:r>
              <a:rPr lang="en-US" dirty="0"/>
              <a:t>Install Python language version 3.7 or above.</a:t>
            </a:r>
          </a:p>
          <a:p>
            <a:pPr marL="342900" indent="-342900">
              <a:buFont typeface="+mj-lt"/>
              <a:buAutoNum type="arabicPeriod"/>
            </a:pPr>
            <a:r>
              <a:rPr lang="en-US" dirty="0"/>
              <a:t>Pip install dbt-core.</a:t>
            </a:r>
          </a:p>
          <a:p>
            <a:pPr marL="342900" indent="-342900">
              <a:buFont typeface="+mj-lt"/>
              <a:buAutoNum type="arabicPeriod"/>
            </a:pPr>
            <a:r>
              <a:rPr lang="en-US" dirty="0"/>
              <a:t>Pip install dbt-(adapter) </a:t>
            </a:r>
            <a:r>
              <a:rPr lang="en-US" dirty="0">
                <a:solidFill>
                  <a:srgbClr val="FF0000"/>
                </a:solidFill>
              </a:rPr>
              <a:t>*</a:t>
            </a:r>
            <a:endParaRPr lang="en-US" dirty="0"/>
          </a:p>
          <a:p>
            <a:pPr marL="342900" indent="-342900">
              <a:buFont typeface="+mj-lt"/>
              <a:buAutoNum type="arabicPeriod"/>
            </a:pPr>
            <a:r>
              <a:rPr lang="en-US" dirty="0"/>
              <a:t>Local ODBC driver for (adapter) </a:t>
            </a:r>
            <a:r>
              <a:rPr lang="en-US" dirty="0">
                <a:solidFill>
                  <a:srgbClr val="FF0000"/>
                </a:solidFill>
              </a:rPr>
              <a:t>*</a:t>
            </a:r>
          </a:p>
          <a:p>
            <a:pPr marL="342900" indent="-342900">
              <a:buFont typeface="+mj-lt"/>
              <a:buAutoNum type="arabicPeriod"/>
            </a:pPr>
            <a:endParaRPr lang="en-US" dirty="0"/>
          </a:p>
          <a:p>
            <a:r>
              <a:rPr lang="en-US" sz="1600" dirty="0">
                <a:solidFill>
                  <a:srgbClr val="FF0000"/>
                </a:solidFill>
              </a:rPr>
              <a:t>* - We will learn with Lakebase first.</a:t>
            </a:r>
          </a:p>
          <a:p>
            <a:endParaRPr lang="en-US" dirty="0"/>
          </a:p>
        </p:txBody>
      </p:sp>
      <p:pic>
        <p:nvPicPr>
          <p:cNvPr id="4" name="Picture 2" descr="Elevate🚀Your Data Science📊Game: VS Code Setup Guide ✨ | by Ravi Kumar |  Dev Genius">
            <a:extLst>
              <a:ext uri="{FF2B5EF4-FFF2-40B4-BE49-F238E27FC236}">
                <a16:creationId xmlns:a16="http://schemas.microsoft.com/office/drawing/2014/main" id="{5E0CD321-1012-4F16-6767-61C04BAE2546}"/>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672053" y="1755905"/>
            <a:ext cx="1857037" cy="8769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What is Python And What Jobs Can You ...">
            <a:extLst>
              <a:ext uri="{FF2B5EF4-FFF2-40B4-BE49-F238E27FC236}">
                <a16:creationId xmlns:a16="http://schemas.microsoft.com/office/drawing/2014/main" id="{0B6C5341-4E6E-FF73-93FD-D803A4080494}"/>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35337" y="2872679"/>
            <a:ext cx="1554480" cy="73406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ODBC compliant database | EzeScan">
            <a:extLst>
              <a:ext uri="{FF2B5EF4-FFF2-40B4-BE49-F238E27FC236}">
                <a16:creationId xmlns:a16="http://schemas.microsoft.com/office/drawing/2014/main" id="{99C190D8-E444-181A-A224-21CDBD867878}"/>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574084" y="3955439"/>
            <a:ext cx="2043335" cy="9649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541223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5A0D4B-BE95-D61E-4738-4CA28407AF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8CABBD-5CEE-24D9-4D78-74A3A4BF1730}"/>
              </a:ext>
            </a:extLst>
          </p:cNvPr>
          <p:cNvSpPr>
            <a:spLocks noGrp="1"/>
          </p:cNvSpPr>
          <p:nvPr>
            <p:ph type="title"/>
          </p:nvPr>
        </p:nvSpPr>
        <p:spPr/>
        <p:txBody>
          <a:bodyPr/>
          <a:lstStyle/>
          <a:p>
            <a:r>
              <a:rPr lang="en-US" dirty="0"/>
              <a:t>Architectural Diagram</a:t>
            </a:r>
          </a:p>
        </p:txBody>
      </p:sp>
      <p:pic>
        <p:nvPicPr>
          <p:cNvPr id="4" name="Picture 2" descr="Elevate🚀Your Data Science📊Game: VS Code Setup Guide ✨ | by Ravi Kumar |  Dev Genius">
            <a:extLst>
              <a:ext uri="{FF2B5EF4-FFF2-40B4-BE49-F238E27FC236}">
                <a16:creationId xmlns:a16="http://schemas.microsoft.com/office/drawing/2014/main" id="{62EB4DBD-1784-D8D7-6D33-A13AA5302DE8}"/>
              </a:ext>
            </a:extLst>
          </p:cNvPr>
          <p:cNvPicPr>
            <a:picLocks noChangeAspect="1" noChangeArrowheads="1"/>
          </p:cNvPicPr>
          <p:nvPr/>
        </p:nvPicPr>
        <p:blipFill>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96216" y="3544495"/>
            <a:ext cx="1838599" cy="876934"/>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What is Python And What Jobs Can You ...">
            <a:extLst>
              <a:ext uri="{FF2B5EF4-FFF2-40B4-BE49-F238E27FC236}">
                <a16:creationId xmlns:a16="http://schemas.microsoft.com/office/drawing/2014/main" id="{82F06B1F-AB4D-B8CE-567A-0CB4ABAF7E2E}"/>
              </a:ext>
            </a:extLst>
          </p:cNvPr>
          <p:cNvPicPr>
            <a:picLocks noChangeAspect="1" noChangeArrowheads="1"/>
          </p:cNvPicPr>
          <p:nvPr/>
        </p:nvPicPr>
        <p:blipFill>
          <a:blip r:embed="rId4"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072150" y="2655823"/>
            <a:ext cx="1649392" cy="7788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ODBC compliant database | EzeScan">
            <a:extLst>
              <a:ext uri="{FF2B5EF4-FFF2-40B4-BE49-F238E27FC236}">
                <a16:creationId xmlns:a16="http://schemas.microsoft.com/office/drawing/2014/main" id="{BF28B09E-8F42-76FD-7466-4921CC722BDD}"/>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860907" y="3591295"/>
            <a:ext cx="2043335" cy="964908"/>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C O R R E C T I O N -- dbt Labs/">
            <a:extLst>
              <a:ext uri="{FF2B5EF4-FFF2-40B4-BE49-F238E27FC236}">
                <a16:creationId xmlns:a16="http://schemas.microsoft.com/office/drawing/2014/main" id="{FDE06CFE-D7DC-428D-6FFE-EBCDCCBF7F50}"/>
              </a:ext>
            </a:extLst>
          </p:cNvPr>
          <p:cNvPicPr>
            <a:picLocks noChangeAspect="1" noChangeArrowheads="1"/>
          </p:cNvPicPr>
          <p:nvPr/>
        </p:nvPicPr>
        <p:blipFill>
          <a:blip r:embed="rId6">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396216" y="2544491"/>
            <a:ext cx="1759941" cy="960816"/>
          </a:xfrm>
          <a:prstGeom prst="rect">
            <a:avLst/>
          </a:prstGeom>
          <a:noFill/>
          <a:extLst>
            <a:ext uri="{909E8E84-426E-40DD-AFC4-6F175D3DCCD1}">
              <a14:hiddenFill xmlns:a14="http://schemas.microsoft.com/office/drawing/2010/main">
                <a:solidFill>
                  <a:srgbClr val="FFFFFF"/>
                </a:solidFill>
              </a14:hiddenFill>
            </a:ext>
          </a:extLst>
        </p:spPr>
      </p:pic>
      <p:sp>
        <p:nvSpPr>
          <p:cNvPr id="14" name="Double Bracket 13">
            <a:extLst>
              <a:ext uri="{FF2B5EF4-FFF2-40B4-BE49-F238E27FC236}">
                <a16:creationId xmlns:a16="http://schemas.microsoft.com/office/drawing/2014/main" id="{513D10E8-B101-8927-2BA7-D998C4D9B928}"/>
              </a:ext>
            </a:extLst>
          </p:cNvPr>
          <p:cNvSpPr/>
          <p:nvPr/>
        </p:nvSpPr>
        <p:spPr>
          <a:xfrm>
            <a:off x="1130146" y="2405843"/>
            <a:ext cx="3599171" cy="214648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Double Bracket 14">
            <a:extLst>
              <a:ext uri="{FF2B5EF4-FFF2-40B4-BE49-F238E27FC236}">
                <a16:creationId xmlns:a16="http://schemas.microsoft.com/office/drawing/2014/main" id="{0C30CDE7-9CC8-2ADF-3EC8-B04E8BCFC00B}"/>
              </a:ext>
            </a:extLst>
          </p:cNvPr>
          <p:cNvSpPr/>
          <p:nvPr/>
        </p:nvSpPr>
        <p:spPr>
          <a:xfrm>
            <a:off x="6862907" y="2389359"/>
            <a:ext cx="3599171" cy="2146486"/>
          </a:xfrm>
          <a:prstGeom prst="bracketPair">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pic>
        <p:nvPicPr>
          <p:cNvPr id="1028" name="Picture 4" descr="Data transformation - Free arrows icons">
            <a:extLst>
              <a:ext uri="{FF2B5EF4-FFF2-40B4-BE49-F238E27FC236}">
                <a16:creationId xmlns:a16="http://schemas.microsoft.com/office/drawing/2014/main" id="{253CD45D-1ED9-71CB-ABCB-8598A3C1AAEF}"/>
              </a:ext>
            </a:extLst>
          </p:cNvPr>
          <p:cNvPicPr>
            <a:picLocks noChangeAspect="1" noChangeArrowheads="1"/>
          </p:cNvPicPr>
          <p:nvPr/>
        </p:nvPicPr>
        <p:blipFill>
          <a:blip r:embed="rId7">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94070" y="2682018"/>
            <a:ext cx="773482" cy="773482"/>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Test - Free education icons">
            <a:extLst>
              <a:ext uri="{FF2B5EF4-FFF2-40B4-BE49-F238E27FC236}">
                <a16:creationId xmlns:a16="http://schemas.microsoft.com/office/drawing/2014/main" id="{BF2CD080-FD3B-BB2D-D1BF-EB2B3F3C7F4F}"/>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083786" y="2682018"/>
            <a:ext cx="773482" cy="773482"/>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Document - Free business and finance icons">
            <a:extLst>
              <a:ext uri="{FF2B5EF4-FFF2-40B4-BE49-F238E27FC236}">
                <a16:creationId xmlns:a16="http://schemas.microsoft.com/office/drawing/2014/main" id="{BD5607E9-F6E6-CDC0-71EE-C1179F550CA2}"/>
              </a:ext>
            </a:extLst>
          </p:cNvPr>
          <p:cNvPicPr>
            <a:picLocks noChangeAspect="1" noChangeArrowheads="1"/>
          </p:cNvPicPr>
          <p:nvPr/>
        </p:nvPicPr>
        <p:blipFill>
          <a:blip r:embed="rId9">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562587" y="3631367"/>
            <a:ext cx="884813" cy="884813"/>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Star - Free seo and web icons">
            <a:extLst>
              <a:ext uri="{FF2B5EF4-FFF2-40B4-BE49-F238E27FC236}">
                <a16:creationId xmlns:a16="http://schemas.microsoft.com/office/drawing/2014/main" id="{1706016D-7669-4F09-4BCD-DB568CEDBC93}"/>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27885" y="3631367"/>
            <a:ext cx="776748" cy="776748"/>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a:extLst>
              <a:ext uri="{FF2B5EF4-FFF2-40B4-BE49-F238E27FC236}">
                <a16:creationId xmlns:a16="http://schemas.microsoft.com/office/drawing/2014/main" id="{A10CE4AE-5758-9DFD-B181-80DEC06FE7A2}"/>
              </a:ext>
            </a:extLst>
          </p:cNvPr>
          <p:cNvSpPr txBox="1"/>
          <p:nvPr/>
        </p:nvSpPr>
        <p:spPr>
          <a:xfrm>
            <a:off x="1208564" y="1828795"/>
            <a:ext cx="3520753" cy="646331"/>
          </a:xfrm>
          <a:prstGeom prst="rect">
            <a:avLst/>
          </a:prstGeom>
          <a:noFill/>
        </p:spPr>
        <p:txBody>
          <a:bodyPr wrap="square" rtlCol="0">
            <a:spAutoFit/>
          </a:bodyPr>
          <a:lstStyle/>
          <a:p>
            <a:pPr algn="ctr"/>
            <a:r>
              <a:rPr lang="en-US" dirty="0">
                <a:solidFill>
                  <a:srgbClr val="FFC000"/>
                </a:solidFill>
              </a:rPr>
              <a:t>Software Requirements</a:t>
            </a:r>
          </a:p>
          <a:p>
            <a:endParaRPr lang="en-US" dirty="0"/>
          </a:p>
        </p:txBody>
      </p:sp>
      <p:sp>
        <p:nvSpPr>
          <p:cNvPr id="17" name="TextBox 16">
            <a:extLst>
              <a:ext uri="{FF2B5EF4-FFF2-40B4-BE49-F238E27FC236}">
                <a16:creationId xmlns:a16="http://schemas.microsoft.com/office/drawing/2014/main" id="{E95C06F6-87D4-4C63-7F8E-2DB531F4DC93}"/>
              </a:ext>
            </a:extLst>
          </p:cNvPr>
          <p:cNvSpPr txBox="1"/>
          <p:nvPr/>
        </p:nvSpPr>
        <p:spPr>
          <a:xfrm>
            <a:off x="6857207" y="1853379"/>
            <a:ext cx="3520753" cy="646331"/>
          </a:xfrm>
          <a:prstGeom prst="rect">
            <a:avLst/>
          </a:prstGeom>
          <a:noFill/>
        </p:spPr>
        <p:txBody>
          <a:bodyPr wrap="square" rtlCol="0">
            <a:spAutoFit/>
          </a:bodyPr>
          <a:lstStyle/>
          <a:p>
            <a:pPr algn="ctr"/>
            <a:r>
              <a:rPr lang="en-US" b="1" dirty="0">
                <a:solidFill>
                  <a:srgbClr val="FFC000"/>
                </a:solidFill>
              </a:rPr>
              <a:t>Framework Features</a:t>
            </a:r>
          </a:p>
          <a:p>
            <a:endParaRPr lang="en-US" dirty="0"/>
          </a:p>
        </p:txBody>
      </p:sp>
      <p:sp>
        <p:nvSpPr>
          <p:cNvPr id="18" name="TextBox 17">
            <a:extLst>
              <a:ext uri="{FF2B5EF4-FFF2-40B4-BE49-F238E27FC236}">
                <a16:creationId xmlns:a16="http://schemas.microsoft.com/office/drawing/2014/main" id="{468182B1-2AA4-6D38-0C69-017F7BCD9CE1}"/>
              </a:ext>
            </a:extLst>
          </p:cNvPr>
          <p:cNvSpPr txBox="1"/>
          <p:nvPr/>
        </p:nvSpPr>
        <p:spPr>
          <a:xfrm>
            <a:off x="1100530" y="4814451"/>
            <a:ext cx="3520753" cy="923330"/>
          </a:xfrm>
          <a:prstGeom prst="rect">
            <a:avLst/>
          </a:prstGeom>
          <a:noFill/>
        </p:spPr>
        <p:txBody>
          <a:bodyPr wrap="square" rtlCol="0">
            <a:spAutoFit/>
          </a:bodyPr>
          <a:lstStyle/>
          <a:p>
            <a:pPr algn="ctr"/>
            <a:r>
              <a:rPr lang="en-US" dirty="0">
                <a:solidFill>
                  <a:srgbClr val="92D050"/>
                </a:solidFill>
              </a:rPr>
              <a:t>dbt core using cli</a:t>
            </a:r>
          </a:p>
          <a:p>
            <a:pPr algn="ctr"/>
            <a:r>
              <a:rPr lang="en-US" dirty="0">
                <a:solidFill>
                  <a:srgbClr val="92D050"/>
                </a:solidFill>
              </a:rPr>
              <a:t>from VS code</a:t>
            </a:r>
          </a:p>
          <a:p>
            <a:endParaRPr lang="en-US" dirty="0"/>
          </a:p>
        </p:txBody>
      </p:sp>
      <p:sp>
        <p:nvSpPr>
          <p:cNvPr id="19" name="TextBox 18">
            <a:extLst>
              <a:ext uri="{FF2B5EF4-FFF2-40B4-BE49-F238E27FC236}">
                <a16:creationId xmlns:a16="http://schemas.microsoft.com/office/drawing/2014/main" id="{9C162687-9780-8D8A-6C2C-86E054F77A32}"/>
              </a:ext>
            </a:extLst>
          </p:cNvPr>
          <p:cNvSpPr txBox="1"/>
          <p:nvPr/>
        </p:nvSpPr>
        <p:spPr>
          <a:xfrm>
            <a:off x="7343903" y="4807977"/>
            <a:ext cx="2655503" cy="923330"/>
          </a:xfrm>
          <a:prstGeom prst="rect">
            <a:avLst/>
          </a:prstGeom>
          <a:noFill/>
        </p:spPr>
        <p:txBody>
          <a:bodyPr wrap="square" rtlCol="0">
            <a:spAutoFit/>
          </a:bodyPr>
          <a:lstStyle/>
          <a:p>
            <a:pPr algn="ctr"/>
            <a:r>
              <a:rPr lang="en-US" dirty="0">
                <a:solidFill>
                  <a:srgbClr val="92D050"/>
                </a:solidFill>
              </a:rPr>
              <a:t>transform, test, </a:t>
            </a:r>
          </a:p>
          <a:p>
            <a:pPr algn="ctr"/>
            <a:r>
              <a:rPr lang="en-US" dirty="0">
                <a:solidFill>
                  <a:srgbClr val="92D050"/>
                </a:solidFill>
              </a:rPr>
              <a:t>document, and model</a:t>
            </a:r>
          </a:p>
          <a:p>
            <a:endParaRPr lang="en-US" dirty="0"/>
          </a:p>
        </p:txBody>
      </p:sp>
      <p:sp>
        <p:nvSpPr>
          <p:cNvPr id="20" name="Arrow: Right 19">
            <a:extLst>
              <a:ext uri="{FF2B5EF4-FFF2-40B4-BE49-F238E27FC236}">
                <a16:creationId xmlns:a16="http://schemas.microsoft.com/office/drawing/2014/main" id="{255044AE-BC8E-B6D6-5D3A-5787505957EB}"/>
              </a:ext>
            </a:extLst>
          </p:cNvPr>
          <p:cNvSpPr/>
          <p:nvPr/>
        </p:nvSpPr>
        <p:spPr>
          <a:xfrm>
            <a:off x="5032054" y="3087324"/>
            <a:ext cx="1548122" cy="50397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509B800C-CF1B-78F5-DE6E-940266FC9794}"/>
              </a:ext>
            </a:extLst>
          </p:cNvPr>
          <p:cNvSpPr txBox="1"/>
          <p:nvPr/>
        </p:nvSpPr>
        <p:spPr>
          <a:xfrm>
            <a:off x="4878854" y="2666358"/>
            <a:ext cx="1856241" cy="369332"/>
          </a:xfrm>
          <a:prstGeom prst="rect">
            <a:avLst/>
          </a:prstGeom>
          <a:noFill/>
        </p:spPr>
        <p:txBody>
          <a:bodyPr wrap="square">
            <a:spAutoFit/>
          </a:bodyPr>
          <a:lstStyle/>
          <a:p>
            <a:pPr algn="ctr"/>
            <a:r>
              <a:rPr lang="en-US" dirty="0">
                <a:solidFill>
                  <a:srgbClr val="92D050"/>
                </a:solidFill>
              </a:rPr>
              <a:t>target adapter</a:t>
            </a:r>
          </a:p>
        </p:txBody>
      </p:sp>
      <p:sp>
        <p:nvSpPr>
          <p:cNvPr id="23" name="TextBox 22">
            <a:extLst>
              <a:ext uri="{FF2B5EF4-FFF2-40B4-BE49-F238E27FC236}">
                <a16:creationId xmlns:a16="http://schemas.microsoft.com/office/drawing/2014/main" id="{72EFE7FB-0C22-DC02-45E6-C8C955C9E068}"/>
              </a:ext>
            </a:extLst>
          </p:cNvPr>
          <p:cNvSpPr txBox="1"/>
          <p:nvPr/>
        </p:nvSpPr>
        <p:spPr>
          <a:xfrm>
            <a:off x="4903434" y="3841317"/>
            <a:ext cx="1856241" cy="369332"/>
          </a:xfrm>
          <a:prstGeom prst="rect">
            <a:avLst/>
          </a:prstGeom>
          <a:noFill/>
        </p:spPr>
        <p:txBody>
          <a:bodyPr wrap="square">
            <a:spAutoFit/>
          </a:bodyPr>
          <a:lstStyle/>
          <a:p>
            <a:pPr algn="ctr"/>
            <a:r>
              <a:rPr lang="en-US" dirty="0">
                <a:solidFill>
                  <a:srgbClr val="92D050"/>
                </a:solidFill>
              </a:rPr>
              <a:t>generated SQL</a:t>
            </a:r>
          </a:p>
        </p:txBody>
      </p:sp>
    </p:spTree>
    <p:extLst>
      <p:ext uri="{BB962C8B-B14F-4D97-AF65-F5344CB8AC3E}">
        <p14:creationId xmlns:p14="http://schemas.microsoft.com/office/powerpoint/2010/main" val="35597652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1D0EE-5A65-FE41-F439-EA7D1CC80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A0670-0192-8C0A-46EE-C4DA09103FD4}"/>
              </a:ext>
            </a:extLst>
          </p:cNvPr>
          <p:cNvSpPr>
            <a:spLocks noGrp="1"/>
          </p:cNvSpPr>
          <p:nvPr>
            <p:ph type="title"/>
          </p:nvPr>
        </p:nvSpPr>
        <p:spPr/>
        <p:txBody>
          <a:bodyPr/>
          <a:lstStyle/>
          <a:p>
            <a:r>
              <a:rPr lang="en-US" dirty="0"/>
              <a:t>Library Toy Schema</a:t>
            </a:r>
          </a:p>
        </p:txBody>
      </p:sp>
      <p:sp>
        <p:nvSpPr>
          <p:cNvPr id="3" name="Content Placeholder 2">
            <a:extLst>
              <a:ext uri="{FF2B5EF4-FFF2-40B4-BE49-F238E27FC236}">
                <a16:creationId xmlns:a16="http://schemas.microsoft.com/office/drawing/2014/main" id="{9A1B7186-0BF8-F688-76C8-83576BD57384}"/>
              </a:ext>
            </a:extLst>
          </p:cNvPr>
          <p:cNvSpPr>
            <a:spLocks noGrp="1"/>
          </p:cNvSpPr>
          <p:nvPr>
            <p:ph sz="quarter" idx="14"/>
          </p:nvPr>
        </p:nvSpPr>
        <p:spPr>
          <a:xfrm>
            <a:off x="648935" y="1701003"/>
            <a:ext cx="3846865" cy="1608254"/>
          </a:xfrm>
        </p:spPr>
        <p:txBody>
          <a:bodyPr>
            <a:normAutofit/>
          </a:bodyPr>
          <a:lstStyle/>
          <a:p>
            <a:pPr marL="342900" indent="-342900">
              <a:buFont typeface="+mj-lt"/>
              <a:buAutoNum type="arabicPeriod"/>
            </a:pPr>
            <a:r>
              <a:rPr lang="en-US" dirty="0"/>
              <a:t>AI generated tables</a:t>
            </a:r>
          </a:p>
          <a:p>
            <a:pPr marL="342900" indent="-342900">
              <a:buFont typeface="+mj-lt"/>
              <a:buAutoNum type="arabicPeriod"/>
            </a:pPr>
            <a:r>
              <a:rPr lang="en-US" dirty="0"/>
              <a:t>CSV sample records </a:t>
            </a:r>
          </a:p>
          <a:p>
            <a:endParaRPr lang="en-US" dirty="0"/>
          </a:p>
        </p:txBody>
      </p:sp>
      <p:pic>
        <p:nvPicPr>
          <p:cNvPr id="7" name="Graphic 6">
            <a:extLst>
              <a:ext uri="{FF2B5EF4-FFF2-40B4-BE49-F238E27FC236}">
                <a16:creationId xmlns:a16="http://schemas.microsoft.com/office/drawing/2014/main" id="{15641175-9051-E6FD-BBEE-FCFCB6A86E56}"/>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755515" y="1469329"/>
            <a:ext cx="5602838" cy="4202128"/>
          </a:xfrm>
          <a:prstGeom prst="rect">
            <a:avLst/>
          </a:prstGeom>
        </p:spPr>
      </p:pic>
    </p:spTree>
    <p:extLst>
      <p:ext uri="{BB962C8B-B14F-4D97-AF65-F5344CB8AC3E}">
        <p14:creationId xmlns:p14="http://schemas.microsoft.com/office/powerpoint/2010/main" val="2006097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817BB3-27D7-FE2C-D596-101E84453E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477F81-286B-6154-B8CF-705FD613AB73}"/>
              </a:ext>
            </a:extLst>
          </p:cNvPr>
          <p:cNvSpPr>
            <a:spLocks noGrp="1"/>
          </p:cNvSpPr>
          <p:nvPr>
            <p:ph type="title"/>
          </p:nvPr>
        </p:nvSpPr>
        <p:spPr/>
        <p:txBody>
          <a:bodyPr/>
          <a:lstStyle/>
          <a:p>
            <a:r>
              <a:rPr lang="en-US" dirty="0"/>
              <a:t>Seeding Data</a:t>
            </a:r>
          </a:p>
        </p:txBody>
      </p:sp>
      <p:sp>
        <p:nvSpPr>
          <p:cNvPr id="3" name="Content Placeholder 2">
            <a:extLst>
              <a:ext uri="{FF2B5EF4-FFF2-40B4-BE49-F238E27FC236}">
                <a16:creationId xmlns:a16="http://schemas.microsoft.com/office/drawing/2014/main" id="{8C4B76A4-8C85-8FDB-A77F-4E997E6CBBBB}"/>
              </a:ext>
            </a:extLst>
          </p:cNvPr>
          <p:cNvSpPr>
            <a:spLocks noGrp="1"/>
          </p:cNvSpPr>
          <p:nvPr>
            <p:ph sz="quarter" idx="14"/>
          </p:nvPr>
        </p:nvSpPr>
        <p:spPr>
          <a:xfrm>
            <a:off x="648935" y="1701003"/>
            <a:ext cx="10900146" cy="4160520"/>
          </a:xfrm>
        </p:spPr>
        <p:txBody>
          <a:bodyPr>
            <a:normAutofit lnSpcReduction="10000"/>
          </a:bodyPr>
          <a:lstStyle/>
          <a:p>
            <a:pPr marL="342900" indent="-342900">
              <a:buFont typeface="+mj-lt"/>
              <a:buAutoNum type="arabicPeriod"/>
            </a:pPr>
            <a:r>
              <a:rPr lang="en-US" dirty="0"/>
              <a:t>Understanding the “dbt_project.yml” file</a:t>
            </a:r>
          </a:p>
          <a:p>
            <a:pPr marL="342900" indent="-342900">
              <a:buFont typeface="+mj-lt"/>
              <a:buAutoNum type="arabicPeriod"/>
            </a:pPr>
            <a:r>
              <a:rPr lang="en-US" dirty="0"/>
              <a:t>Configure the “profile.yml” file</a:t>
            </a:r>
          </a:p>
          <a:p>
            <a:pPr marL="342900" indent="-342900">
              <a:buFont typeface="+mj-lt"/>
              <a:buAutoNum type="arabicPeriod"/>
            </a:pPr>
            <a:r>
              <a:rPr lang="en-US" dirty="0"/>
              <a:t>Test Azure Database connection</a:t>
            </a:r>
          </a:p>
          <a:p>
            <a:pPr marL="342900" indent="-342900">
              <a:buFont typeface="+mj-lt"/>
              <a:buAutoNum type="arabicPeriod"/>
            </a:pPr>
            <a:r>
              <a:rPr lang="en-US" dirty="0"/>
              <a:t>Seed one vs all tables</a:t>
            </a:r>
          </a:p>
          <a:p>
            <a:pPr marL="342900" indent="-342900">
              <a:buFont typeface="+mj-lt"/>
              <a:buAutoNum type="arabicPeriod"/>
            </a:pPr>
            <a:r>
              <a:rPr lang="en-US" dirty="0"/>
              <a:t>Tear down the database</a:t>
            </a:r>
          </a:p>
          <a:p>
            <a:pPr marL="342900" indent="-342900">
              <a:buFont typeface="+mj-lt"/>
              <a:buAutoNum type="arabicPeriod"/>
            </a:pPr>
            <a:r>
              <a:rPr lang="en-US" dirty="0"/>
              <a:t>Lakebase supports only </a:t>
            </a:r>
            <a:r>
              <a:rPr lang="en-US" dirty="0">
                <a:hlinkClick r:id="rId3"/>
              </a:rPr>
              <a:t>basic authentication</a:t>
            </a:r>
            <a:endParaRPr lang="en-US" dirty="0"/>
          </a:p>
          <a:p>
            <a:endParaRPr lang="en-US" dirty="0">
              <a:solidFill>
                <a:srgbClr val="FF0000"/>
              </a:solidFill>
            </a:endParaRPr>
          </a:p>
          <a:p>
            <a:r>
              <a:rPr lang="en-US" dirty="0">
                <a:solidFill>
                  <a:srgbClr val="FF0000"/>
                </a:solidFill>
              </a:rPr>
              <a:t>Exercise 01</a:t>
            </a:r>
          </a:p>
          <a:p>
            <a:endParaRPr lang="en-US" dirty="0">
              <a:solidFill>
                <a:srgbClr val="FF0000"/>
              </a:solidFill>
            </a:endParaRPr>
          </a:p>
          <a:p>
            <a:pPr marL="342900" indent="-342900">
              <a:buFont typeface="+mj-lt"/>
              <a:buAutoNum type="arabicPeriod"/>
            </a:pPr>
            <a:endParaRPr lang="en-US" dirty="0"/>
          </a:p>
          <a:p>
            <a:endParaRPr lang="en-US" dirty="0"/>
          </a:p>
        </p:txBody>
      </p:sp>
      <p:pic>
        <p:nvPicPr>
          <p:cNvPr id="7" name="Picture 2" descr="Admin Feature with Azure SQL Server">
            <a:extLst>
              <a:ext uri="{FF2B5EF4-FFF2-40B4-BE49-F238E27FC236}">
                <a16:creationId xmlns:a16="http://schemas.microsoft.com/office/drawing/2014/main" id="{110DB158-046E-FAFE-5B8C-69A8E339657D}"/>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818710" y="2061553"/>
            <a:ext cx="1550841" cy="1550841"/>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9413C330-EB87-6083-A777-09F18914E00B}"/>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9772168" y="3612395"/>
            <a:ext cx="1825327" cy="104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89078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3CEB2-676D-1908-B048-6E7920D77D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4445C16-2356-241F-45F8-7AAD442476C2}"/>
              </a:ext>
            </a:extLst>
          </p:cNvPr>
          <p:cNvSpPr>
            <a:spLocks noGrp="1"/>
          </p:cNvSpPr>
          <p:nvPr>
            <p:ph type="title"/>
          </p:nvPr>
        </p:nvSpPr>
        <p:spPr/>
        <p:txBody>
          <a:bodyPr/>
          <a:lstStyle/>
          <a:p>
            <a:r>
              <a:rPr lang="en-US" dirty="0"/>
              <a:t>Materializing Data</a:t>
            </a:r>
          </a:p>
        </p:txBody>
      </p:sp>
      <p:sp>
        <p:nvSpPr>
          <p:cNvPr id="3" name="Content Placeholder 2">
            <a:extLst>
              <a:ext uri="{FF2B5EF4-FFF2-40B4-BE49-F238E27FC236}">
                <a16:creationId xmlns:a16="http://schemas.microsoft.com/office/drawing/2014/main" id="{A3A61D2B-C018-26FF-229F-5D8E0071C57D}"/>
              </a:ext>
            </a:extLst>
          </p:cNvPr>
          <p:cNvSpPr>
            <a:spLocks noGrp="1"/>
          </p:cNvSpPr>
          <p:nvPr>
            <p:ph sz="quarter" idx="14"/>
          </p:nvPr>
        </p:nvSpPr>
        <p:spPr>
          <a:xfrm>
            <a:off x="648935" y="1701003"/>
            <a:ext cx="4674179" cy="4160520"/>
          </a:xfrm>
        </p:spPr>
        <p:txBody>
          <a:bodyPr>
            <a:normAutofit lnSpcReduction="10000"/>
          </a:bodyPr>
          <a:lstStyle/>
          <a:p>
            <a:pPr marL="342900" indent="-342900">
              <a:buFont typeface="+mj-lt"/>
              <a:buAutoNum type="arabicPeriod"/>
            </a:pPr>
            <a:r>
              <a:rPr lang="en-US" dirty="0"/>
              <a:t>Tables</a:t>
            </a:r>
          </a:p>
          <a:p>
            <a:pPr marL="342900" indent="-342900">
              <a:buFont typeface="+mj-lt"/>
              <a:buAutoNum type="arabicPeriod"/>
            </a:pPr>
            <a:r>
              <a:rPr lang="en-US" dirty="0"/>
              <a:t>Views</a:t>
            </a:r>
          </a:p>
          <a:p>
            <a:pPr marL="342900" indent="-342900">
              <a:buFont typeface="+mj-lt"/>
              <a:buAutoNum type="arabicPeriod"/>
            </a:pPr>
            <a:r>
              <a:rPr lang="en-US" dirty="0"/>
              <a:t>Incremental </a:t>
            </a:r>
          </a:p>
          <a:p>
            <a:pPr marL="342900" indent="-342900">
              <a:buFont typeface="+mj-lt"/>
              <a:buAutoNum type="arabicPeriod"/>
            </a:pPr>
            <a:r>
              <a:rPr lang="en-US" dirty="0"/>
              <a:t>Ephemeral</a:t>
            </a:r>
          </a:p>
          <a:p>
            <a:pPr marL="342900" indent="-342900">
              <a:buFont typeface="+mj-lt"/>
              <a:buAutoNum type="arabicPeriod"/>
            </a:pPr>
            <a:r>
              <a:rPr lang="en-US" dirty="0"/>
              <a:t>Materialized Views (Depends)</a:t>
            </a:r>
          </a:p>
          <a:p>
            <a:pPr marL="342900" indent="-342900">
              <a:buFont typeface="+mj-lt"/>
              <a:buAutoNum type="arabicPeriod"/>
            </a:pPr>
            <a:r>
              <a:rPr lang="en-US" dirty="0"/>
              <a:t>Snapshots (SCD2)</a:t>
            </a:r>
          </a:p>
          <a:p>
            <a:endParaRPr lang="en-US" dirty="0"/>
          </a:p>
          <a:p>
            <a:r>
              <a:rPr lang="en-US" sz="1600" dirty="0">
                <a:solidFill>
                  <a:srgbClr val="FF0000"/>
                </a:solidFill>
              </a:rPr>
              <a:t>Exercise 02</a:t>
            </a:r>
          </a:p>
          <a:p>
            <a:endParaRPr lang="en-US" dirty="0"/>
          </a:p>
        </p:txBody>
      </p:sp>
      <p:pic>
        <p:nvPicPr>
          <p:cNvPr id="13" name="Picture 12">
            <a:extLst>
              <a:ext uri="{FF2B5EF4-FFF2-40B4-BE49-F238E27FC236}">
                <a16:creationId xmlns:a16="http://schemas.microsoft.com/office/drawing/2014/main" id="{F7BB1414-44F6-F044-2E35-DE8AE27972B0}"/>
              </a:ext>
            </a:extLst>
          </p:cNvPr>
          <p:cNvPicPr>
            <a:picLocks noChangeAspect="1"/>
          </p:cNvPicPr>
          <p:nvPr/>
        </p:nvPicPr>
        <p:blipFill>
          <a:blip r:embed="rId3">
            <a:clrChange>
              <a:clrFrom>
                <a:srgbClr val="FFFFFF"/>
              </a:clrFrom>
              <a:clrTo>
                <a:srgbClr val="FFFFFF">
                  <a:alpha val="0"/>
                </a:srgbClr>
              </a:clrTo>
            </a:clrChange>
            <a:alphaModFix amt="99000"/>
          </a:blip>
          <a:stretch>
            <a:fillRect/>
          </a:stretch>
        </p:blipFill>
        <p:spPr>
          <a:xfrm>
            <a:off x="5693229" y="1659951"/>
            <a:ext cx="5806675" cy="3706706"/>
          </a:xfrm>
          <a:prstGeom prst="rect">
            <a:avLst/>
          </a:prstGeom>
        </p:spPr>
      </p:pic>
    </p:spTree>
    <p:extLst>
      <p:ext uri="{BB962C8B-B14F-4D97-AF65-F5344CB8AC3E}">
        <p14:creationId xmlns:p14="http://schemas.microsoft.com/office/powerpoint/2010/main" val="30740237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D6C8BD-B1D0-9775-7591-700B659835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1BBA1-279A-0F14-DCFC-2F179BFC023D}"/>
              </a:ext>
            </a:extLst>
          </p:cNvPr>
          <p:cNvSpPr>
            <a:spLocks noGrp="1"/>
          </p:cNvSpPr>
          <p:nvPr>
            <p:ph type="title"/>
          </p:nvPr>
        </p:nvSpPr>
        <p:spPr/>
        <p:txBody>
          <a:bodyPr/>
          <a:lstStyle/>
          <a:p>
            <a:r>
              <a:rPr lang="en-US" dirty="0"/>
              <a:t>Data Quality </a:t>
            </a:r>
          </a:p>
        </p:txBody>
      </p:sp>
      <p:sp>
        <p:nvSpPr>
          <p:cNvPr id="3" name="Content Placeholder 2">
            <a:extLst>
              <a:ext uri="{FF2B5EF4-FFF2-40B4-BE49-F238E27FC236}">
                <a16:creationId xmlns:a16="http://schemas.microsoft.com/office/drawing/2014/main" id="{74725F70-7694-72A3-FC92-AD68785D4228}"/>
              </a:ext>
            </a:extLst>
          </p:cNvPr>
          <p:cNvSpPr>
            <a:spLocks noGrp="1"/>
          </p:cNvSpPr>
          <p:nvPr>
            <p:ph sz="quarter" idx="14"/>
          </p:nvPr>
        </p:nvSpPr>
        <p:spPr>
          <a:xfrm>
            <a:off x="648935" y="1701003"/>
            <a:ext cx="4674179" cy="4160520"/>
          </a:xfrm>
        </p:spPr>
        <p:txBody>
          <a:bodyPr>
            <a:normAutofit/>
          </a:bodyPr>
          <a:lstStyle/>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Not Null</a:t>
            </a:r>
          </a:p>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Unique</a:t>
            </a:r>
          </a:p>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Accepted Values</a:t>
            </a:r>
          </a:p>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Relationships</a:t>
            </a:r>
          </a:p>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Custom</a:t>
            </a:r>
          </a:p>
          <a:p>
            <a:pPr marL="342900" indent="-342900">
              <a:lnSpc>
                <a:spcPct val="110000"/>
              </a:lnSpc>
              <a:buFont typeface="+mj-lt"/>
              <a:buAutoNum type="arabicPeriod"/>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r>
              <a:rPr lang="en-US" sz="1600" dirty="0">
                <a:solidFill>
                  <a:srgbClr val="FF0000"/>
                </a:solidFill>
              </a:rPr>
              <a:t>Exercise 03</a:t>
            </a:r>
          </a:p>
          <a:p>
            <a:endParaRPr lang="en-US" dirty="0"/>
          </a:p>
        </p:txBody>
      </p:sp>
      <p:pic>
        <p:nvPicPr>
          <p:cNvPr id="4" name="Picture 3">
            <a:extLst>
              <a:ext uri="{FF2B5EF4-FFF2-40B4-BE49-F238E27FC236}">
                <a16:creationId xmlns:a16="http://schemas.microsoft.com/office/drawing/2014/main" id="{C7D658E1-3217-FF09-425E-B0D35B1152F7}"/>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6096000" y="1701003"/>
            <a:ext cx="5730240" cy="3974112"/>
          </a:xfrm>
          <a:prstGeom prst="rect">
            <a:avLst/>
          </a:prstGeom>
        </p:spPr>
      </p:pic>
    </p:spTree>
    <p:extLst>
      <p:ext uri="{BB962C8B-B14F-4D97-AF65-F5344CB8AC3E}">
        <p14:creationId xmlns:p14="http://schemas.microsoft.com/office/powerpoint/2010/main" val="2405825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8B863A-78EF-458F-9A0F-80655C16B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A29435-2E39-0F21-A809-058BEADA7FF7}"/>
              </a:ext>
            </a:extLst>
          </p:cNvPr>
          <p:cNvSpPr>
            <a:spLocks noGrp="1"/>
          </p:cNvSpPr>
          <p:nvPr>
            <p:ph type="title"/>
          </p:nvPr>
        </p:nvSpPr>
        <p:spPr/>
        <p:txBody>
          <a:bodyPr/>
          <a:lstStyle/>
          <a:p>
            <a:r>
              <a:rPr lang="en-US" dirty="0"/>
              <a:t>Producing Documentation </a:t>
            </a:r>
          </a:p>
        </p:txBody>
      </p:sp>
      <p:sp>
        <p:nvSpPr>
          <p:cNvPr id="3" name="Content Placeholder 2">
            <a:extLst>
              <a:ext uri="{FF2B5EF4-FFF2-40B4-BE49-F238E27FC236}">
                <a16:creationId xmlns:a16="http://schemas.microsoft.com/office/drawing/2014/main" id="{296059E3-704C-1D3F-633E-1B28B8235354}"/>
              </a:ext>
            </a:extLst>
          </p:cNvPr>
          <p:cNvSpPr>
            <a:spLocks noGrp="1"/>
          </p:cNvSpPr>
          <p:nvPr>
            <p:ph sz="quarter" idx="14"/>
          </p:nvPr>
        </p:nvSpPr>
        <p:spPr>
          <a:xfrm>
            <a:off x="648935" y="1701003"/>
            <a:ext cx="4674179" cy="4160520"/>
          </a:xfrm>
        </p:spPr>
        <p:txBody>
          <a:bodyPr>
            <a:normAutofit/>
          </a:bodyPr>
          <a:lstStyle/>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dbt docs generate</a:t>
            </a:r>
          </a:p>
          <a:p>
            <a:pPr marL="342900" indent="-342900">
              <a:lnSpc>
                <a:spcPct val="110000"/>
              </a:lnSpc>
              <a:buFont typeface="+mj-lt"/>
              <a:buAutoNum type="arabicPeriod"/>
            </a:pPr>
            <a:r>
              <a:rPr lang="en-US" dirty="0">
                <a:ea typeface="Calibri" panose="020F0502020204030204" pitchFamily="34" charset="0"/>
                <a:cs typeface="Calibri" panose="020F0502020204030204" pitchFamily="34" charset="0"/>
              </a:rPr>
              <a:t>dbt docs serve</a:t>
            </a: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r>
              <a:rPr lang="en-US" sz="1600" dirty="0">
                <a:solidFill>
                  <a:srgbClr val="FF0000"/>
                </a:solidFill>
              </a:rPr>
              <a:t>Exercise 04</a:t>
            </a:r>
          </a:p>
          <a:p>
            <a:endParaRPr lang="en-US" dirty="0"/>
          </a:p>
        </p:txBody>
      </p:sp>
      <p:pic>
        <p:nvPicPr>
          <p:cNvPr id="5" name="Picture 4">
            <a:extLst>
              <a:ext uri="{FF2B5EF4-FFF2-40B4-BE49-F238E27FC236}">
                <a16:creationId xmlns:a16="http://schemas.microsoft.com/office/drawing/2014/main" id="{56CD2671-171E-D907-0C34-AD3D12561F4A}"/>
              </a:ext>
            </a:extLst>
          </p:cNvPr>
          <p:cNvPicPr>
            <a:picLocks noChangeAspect="1"/>
          </p:cNvPicPr>
          <p:nvPr/>
        </p:nvPicPr>
        <p:blipFill>
          <a:blip r:embed="rId3"/>
          <a:stretch>
            <a:fillRect/>
          </a:stretch>
        </p:blipFill>
        <p:spPr>
          <a:xfrm>
            <a:off x="6096000" y="1650601"/>
            <a:ext cx="5859138" cy="3556797"/>
          </a:xfrm>
          <a:prstGeom prst="rect">
            <a:avLst/>
          </a:prstGeom>
        </p:spPr>
      </p:pic>
    </p:spTree>
    <p:extLst>
      <p:ext uri="{BB962C8B-B14F-4D97-AF65-F5344CB8AC3E}">
        <p14:creationId xmlns:p14="http://schemas.microsoft.com/office/powerpoint/2010/main" val="38271657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59E987-ADEB-B380-01FC-5A283493E8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E25674-C92F-7335-FE79-1C02E80C53F7}"/>
              </a:ext>
            </a:extLst>
          </p:cNvPr>
          <p:cNvSpPr>
            <a:spLocks noGrp="1"/>
          </p:cNvSpPr>
          <p:nvPr>
            <p:ph type="title"/>
          </p:nvPr>
        </p:nvSpPr>
        <p:spPr/>
        <p:txBody>
          <a:bodyPr/>
          <a:lstStyle/>
          <a:p>
            <a:r>
              <a:rPr lang="en-US" dirty="0"/>
              <a:t>Capstone</a:t>
            </a:r>
          </a:p>
        </p:txBody>
      </p:sp>
      <p:sp>
        <p:nvSpPr>
          <p:cNvPr id="3" name="Content Placeholder 2">
            <a:extLst>
              <a:ext uri="{FF2B5EF4-FFF2-40B4-BE49-F238E27FC236}">
                <a16:creationId xmlns:a16="http://schemas.microsoft.com/office/drawing/2014/main" id="{8FA9E60E-A92F-2757-85B0-EF8B6565C75E}"/>
              </a:ext>
            </a:extLst>
          </p:cNvPr>
          <p:cNvSpPr>
            <a:spLocks noGrp="1"/>
          </p:cNvSpPr>
          <p:nvPr>
            <p:ph sz="quarter" idx="14"/>
          </p:nvPr>
        </p:nvSpPr>
        <p:spPr>
          <a:xfrm>
            <a:off x="250371" y="1447800"/>
            <a:ext cx="5072743" cy="4413723"/>
          </a:xfrm>
        </p:spPr>
        <p:txBody>
          <a:bodyPr>
            <a:normAutofit fontScale="92500" lnSpcReduction="20000"/>
          </a:bodyPr>
          <a:lstStyle/>
          <a:p>
            <a:pPr>
              <a:lnSpc>
                <a:spcPct val="110000"/>
              </a:lnSpc>
            </a:pPr>
            <a:r>
              <a:rPr lang="en-US" b="1" dirty="0">
                <a:ea typeface="Calibri" panose="020F0502020204030204" pitchFamily="34" charset="0"/>
                <a:cs typeface="Calibri" panose="020F0502020204030204" pitchFamily="34" charset="0"/>
              </a:rPr>
              <a:t>Semi-Static Data</a:t>
            </a:r>
          </a:p>
          <a:p>
            <a:pPr>
              <a:lnSpc>
                <a:spcPct val="110000"/>
              </a:lnSpc>
            </a:pPr>
            <a:r>
              <a:rPr lang="en-US" dirty="0">
                <a:ea typeface="Calibri" panose="020F0502020204030204" pitchFamily="34" charset="0"/>
                <a:cs typeface="Calibri" panose="020F0502020204030204" pitchFamily="34" charset="0"/>
              </a:rPr>
              <a:t>Artists; Albums; Genres; Employees; Media Types; Playlists; Playlist Tracks; Tracks</a:t>
            </a:r>
          </a:p>
          <a:p>
            <a:pPr>
              <a:lnSpc>
                <a:spcPct val="110000"/>
              </a:lnSpc>
            </a:pPr>
            <a:endParaRPr lang="en-US" sz="900" dirty="0">
              <a:ea typeface="Calibri" panose="020F0502020204030204" pitchFamily="34" charset="0"/>
              <a:cs typeface="Calibri" panose="020F0502020204030204" pitchFamily="34" charset="0"/>
            </a:endParaRPr>
          </a:p>
          <a:p>
            <a:pPr>
              <a:lnSpc>
                <a:spcPct val="110000"/>
              </a:lnSpc>
            </a:pPr>
            <a:r>
              <a:rPr lang="en-US" b="1" dirty="0">
                <a:ea typeface="Calibri" panose="020F0502020204030204" pitchFamily="34" charset="0"/>
                <a:cs typeface="Calibri" panose="020F0502020204030204" pitchFamily="34" charset="0"/>
              </a:rPr>
              <a:t>Transactional Data</a:t>
            </a:r>
          </a:p>
          <a:p>
            <a:pPr>
              <a:lnSpc>
                <a:spcPct val="110000"/>
              </a:lnSpc>
            </a:pPr>
            <a:r>
              <a:rPr lang="en-US" dirty="0">
                <a:ea typeface="Calibri" panose="020F0502020204030204" pitchFamily="34" charset="0"/>
                <a:cs typeface="Calibri" panose="020F0502020204030204" pitchFamily="34" charset="0"/>
              </a:rPr>
              <a:t>Customers; Invoices; Invoice Lines</a:t>
            </a:r>
          </a:p>
          <a:p>
            <a:pPr>
              <a:lnSpc>
                <a:spcPct val="110000"/>
              </a:lnSpc>
            </a:pPr>
            <a:endParaRPr lang="en-US" sz="900" dirty="0">
              <a:ea typeface="Calibri" panose="020F0502020204030204" pitchFamily="34" charset="0"/>
              <a:cs typeface="Calibri" panose="020F0502020204030204" pitchFamily="34" charset="0"/>
            </a:endParaRPr>
          </a:p>
          <a:p>
            <a:pPr>
              <a:lnSpc>
                <a:spcPct val="110000"/>
              </a:lnSpc>
            </a:pPr>
            <a:r>
              <a:rPr lang="en-US" b="1" dirty="0">
                <a:ea typeface="Calibri" panose="020F0502020204030204" pitchFamily="34" charset="0"/>
                <a:cs typeface="Calibri" panose="020F0502020204030204" pitchFamily="34" charset="0"/>
              </a:rPr>
              <a:t>Schemas</a:t>
            </a:r>
          </a:p>
          <a:p>
            <a:pPr>
              <a:lnSpc>
                <a:spcPct val="110000"/>
              </a:lnSpc>
            </a:pPr>
            <a:r>
              <a:rPr lang="en-US" dirty="0">
                <a:ea typeface="Calibri" panose="020F0502020204030204" pitchFamily="34" charset="0"/>
                <a:cs typeface="Calibri" panose="020F0502020204030204" pitchFamily="34" charset="0"/>
              </a:rPr>
              <a:t>Raw; Snapshot; Stage; Mart</a:t>
            </a:r>
            <a:br>
              <a:rPr lang="en-US" dirty="0">
                <a:ea typeface="Calibri" panose="020F0502020204030204" pitchFamily="34" charset="0"/>
                <a:cs typeface="Calibri" panose="020F0502020204030204" pitchFamily="34" charset="0"/>
              </a:rPr>
            </a:br>
            <a:endParaRPr lang="en-US" dirty="0">
              <a:ea typeface="Calibri" panose="020F0502020204030204" pitchFamily="34" charset="0"/>
              <a:cs typeface="Calibri" panose="020F0502020204030204" pitchFamily="34" charset="0"/>
            </a:endParaRPr>
          </a:p>
          <a:p>
            <a:r>
              <a:rPr lang="en-US" sz="1600" dirty="0">
                <a:solidFill>
                  <a:srgbClr val="FF0000"/>
                </a:solidFill>
              </a:rPr>
              <a:t>Exercise 05</a:t>
            </a:r>
          </a:p>
          <a:p>
            <a:endParaRPr lang="en-US" dirty="0"/>
          </a:p>
        </p:txBody>
      </p:sp>
      <p:pic>
        <p:nvPicPr>
          <p:cNvPr id="4" name="Picture 3" descr="A diagram of a computer&#10;&#10;AI-generated content may be incorrect.">
            <a:extLst>
              <a:ext uri="{FF2B5EF4-FFF2-40B4-BE49-F238E27FC236}">
                <a16:creationId xmlns:a16="http://schemas.microsoft.com/office/drawing/2014/main" id="{95CA68A5-43DA-3615-AEA1-C87CB3517509}"/>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474969" y="1690117"/>
            <a:ext cx="6576060" cy="3276600"/>
          </a:xfrm>
          <a:prstGeom prst="rect">
            <a:avLst/>
          </a:prstGeom>
        </p:spPr>
      </p:pic>
    </p:spTree>
    <p:extLst>
      <p:ext uri="{BB962C8B-B14F-4D97-AF65-F5344CB8AC3E}">
        <p14:creationId xmlns:p14="http://schemas.microsoft.com/office/powerpoint/2010/main" val="33977538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6DFF9F-D10D-95BC-1BDC-E13DB92FD9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68A93B-CD9B-4255-B770-7A93C0639D26}"/>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773E8229-2CD0-7B3B-94DB-8FD73C15983F}"/>
              </a:ext>
            </a:extLst>
          </p:cNvPr>
          <p:cNvSpPr>
            <a:spLocks noGrp="1"/>
          </p:cNvSpPr>
          <p:nvPr>
            <p:ph sz="quarter" idx="14"/>
          </p:nvPr>
        </p:nvSpPr>
        <p:spPr>
          <a:xfrm>
            <a:off x="648935" y="1701003"/>
            <a:ext cx="11445094" cy="4013997"/>
          </a:xfrm>
        </p:spPr>
        <p:txBody>
          <a:bodyPr>
            <a:normAutofit fontScale="85000" lnSpcReduction="10000"/>
          </a:bodyPr>
          <a:lstStyle/>
          <a:p>
            <a:r>
              <a:rPr lang="en-US" dirty="0"/>
              <a:t>Today, we talked about the project, profile, schema, and properties YAML files. Each one is designed for a specific reason. The key to modeling in dbt is the different ways to materialize data. We covered seeding, snapshots, tables, views, and materialized views.</a:t>
            </a:r>
          </a:p>
          <a:p>
            <a:r>
              <a:rPr lang="en-US" dirty="0"/>
              <a:t>The real power of dbt comes from its many adapters. I can run the same model with a target of Databricks SQL Warehouse or Databricks PostgreSQL database. Jinga macros allows the developer to call prebuilt code and/or create dynamic SQL for the target.</a:t>
            </a:r>
          </a:p>
          <a:p>
            <a:r>
              <a:rPr lang="en-US" dirty="0"/>
              <a:t>Finally, documentation is always lacking in these systems. We learnt how to use Claude Opus to take those database schemas and guess at descriptions. In the end, the tool allows the developer to create documentation on all the models.</a:t>
            </a:r>
          </a:p>
          <a:p>
            <a:r>
              <a:rPr lang="en-US" dirty="0"/>
              <a:t>There is still more to learn.  For instance, Python models allow for advanced calculations, calls to REST API end points and machine learning.  Always check performance before usage.</a:t>
            </a:r>
          </a:p>
          <a:p>
            <a:pPr>
              <a:lnSpc>
                <a:spcPct val="110000"/>
              </a:lnSpc>
            </a:pPr>
            <a:endParaRPr lang="en-US" sz="6400"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endParaRPr lang="en-US" dirty="0"/>
          </a:p>
        </p:txBody>
      </p:sp>
    </p:spTree>
    <p:extLst>
      <p:ext uri="{BB962C8B-B14F-4D97-AF65-F5344CB8AC3E}">
        <p14:creationId xmlns:p14="http://schemas.microsoft.com/office/powerpoint/2010/main" val="39514996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FC5E71-DC1A-E314-4B5D-3AB699236A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4A0E0-1380-973E-DC6C-86507A8D6935}"/>
              </a:ext>
            </a:extLst>
          </p:cNvPr>
          <p:cNvSpPr>
            <a:spLocks noGrp="1"/>
          </p:cNvSpPr>
          <p:nvPr>
            <p:ph type="title"/>
          </p:nvPr>
        </p:nvSpPr>
        <p:spPr/>
        <p:txBody>
          <a:bodyPr/>
          <a:lstStyle/>
          <a:p>
            <a:r>
              <a:rPr lang="en-US" dirty="0"/>
              <a:t>Installations Links</a:t>
            </a:r>
          </a:p>
        </p:txBody>
      </p:sp>
      <p:sp>
        <p:nvSpPr>
          <p:cNvPr id="3" name="Content Placeholder 2">
            <a:extLst>
              <a:ext uri="{FF2B5EF4-FFF2-40B4-BE49-F238E27FC236}">
                <a16:creationId xmlns:a16="http://schemas.microsoft.com/office/drawing/2014/main" id="{4826F1E7-FB0B-60ED-50B2-06C94B73142E}"/>
              </a:ext>
            </a:extLst>
          </p:cNvPr>
          <p:cNvSpPr>
            <a:spLocks noGrp="1"/>
          </p:cNvSpPr>
          <p:nvPr>
            <p:ph sz="quarter" idx="14"/>
          </p:nvPr>
        </p:nvSpPr>
        <p:spPr>
          <a:xfrm>
            <a:off x="648935" y="1701003"/>
            <a:ext cx="4369379" cy="2402911"/>
          </a:xfrm>
        </p:spPr>
        <p:txBody>
          <a:bodyPr>
            <a:normAutofit fontScale="25000" lnSpcReduction="20000"/>
          </a:bodyPr>
          <a:lstStyle/>
          <a:p>
            <a:pPr>
              <a:lnSpc>
                <a:spcPct val="110000"/>
              </a:lnSpc>
            </a:pPr>
            <a:r>
              <a:rPr lang="en-US" sz="5600" b="1" dirty="0">
                <a:ea typeface="Calibri" panose="020F0502020204030204" pitchFamily="34" charset="0"/>
                <a:cs typeface="Calibri" panose="020F0502020204030204" pitchFamily="34" charset="0"/>
              </a:rPr>
              <a:t>Install dbt core</a:t>
            </a:r>
          </a:p>
          <a:p>
            <a:pPr>
              <a:lnSpc>
                <a:spcPct val="110000"/>
              </a:lnSpc>
            </a:pPr>
            <a:r>
              <a:rPr lang="en-US" sz="5600" b="1" dirty="0">
                <a:ea typeface="Calibri" panose="020F0502020204030204" pitchFamily="34" charset="0"/>
                <a:cs typeface="Calibri" panose="020F0502020204030204" pitchFamily="34" charset="0"/>
                <a:hlinkClick r:id="rId3"/>
              </a:rPr>
              <a:t>https://tinyurl.com/4n7umrhy</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Install Visual Studio Code</a:t>
            </a:r>
          </a:p>
          <a:p>
            <a:pPr>
              <a:lnSpc>
                <a:spcPct val="110000"/>
              </a:lnSpc>
            </a:pPr>
            <a:r>
              <a:rPr lang="en-US" sz="5600" b="1" dirty="0">
                <a:ea typeface="Calibri" panose="020F0502020204030204" pitchFamily="34" charset="0"/>
                <a:cs typeface="Calibri" panose="020F0502020204030204" pitchFamily="34" charset="0"/>
                <a:hlinkClick r:id="rId4"/>
              </a:rPr>
              <a:t>https://tinyurl.com/jmj6v9rx</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Install Anaconda Python</a:t>
            </a:r>
          </a:p>
          <a:p>
            <a:pPr>
              <a:lnSpc>
                <a:spcPct val="110000"/>
              </a:lnSpc>
            </a:pPr>
            <a:r>
              <a:rPr lang="en-US" sz="5600" b="1" dirty="0">
                <a:ea typeface="Calibri" panose="020F0502020204030204" pitchFamily="34" charset="0"/>
                <a:cs typeface="Calibri" panose="020F0502020204030204" pitchFamily="34" charset="0"/>
                <a:hlinkClick r:id="rId5"/>
              </a:rPr>
              <a:t>https://tinyurl.com/4hvhdbvw</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Install SSMS</a:t>
            </a:r>
          </a:p>
          <a:p>
            <a:pPr>
              <a:lnSpc>
                <a:spcPct val="110000"/>
              </a:lnSpc>
            </a:pPr>
            <a:r>
              <a:rPr lang="en-US" sz="5600" b="1" dirty="0">
                <a:ea typeface="Calibri" panose="020F0502020204030204" pitchFamily="34" charset="0"/>
                <a:cs typeface="Calibri" panose="020F0502020204030204" pitchFamily="34" charset="0"/>
                <a:hlinkClick r:id="rId6"/>
              </a:rPr>
              <a:t>https://tinyurl.com/5fs44kvb</a:t>
            </a:r>
            <a:endParaRPr lang="en-US" sz="5600" b="1" dirty="0">
              <a:ea typeface="Calibri" panose="020F0502020204030204" pitchFamily="34" charset="0"/>
              <a:cs typeface="Calibri" panose="020F0502020204030204" pitchFamily="34" charset="0"/>
            </a:endParaRPr>
          </a:p>
          <a:p>
            <a:pPr>
              <a:lnSpc>
                <a:spcPct val="110000"/>
              </a:lnSpc>
            </a:pPr>
            <a:endParaRPr lang="en-US" sz="6400" b="1" dirty="0">
              <a:ea typeface="Calibri" panose="020F0502020204030204" pitchFamily="34" charset="0"/>
              <a:cs typeface="Calibri" panose="020F0502020204030204" pitchFamily="34" charset="0"/>
            </a:endParaRPr>
          </a:p>
          <a:p>
            <a:pPr>
              <a:lnSpc>
                <a:spcPct val="110000"/>
              </a:lnSpc>
            </a:pPr>
            <a:endParaRPr lang="en-US" sz="6400"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endParaRPr lang="en-US" dirty="0"/>
          </a:p>
        </p:txBody>
      </p:sp>
      <p:sp>
        <p:nvSpPr>
          <p:cNvPr id="5" name="Content Placeholder 2">
            <a:extLst>
              <a:ext uri="{FF2B5EF4-FFF2-40B4-BE49-F238E27FC236}">
                <a16:creationId xmlns:a16="http://schemas.microsoft.com/office/drawing/2014/main" id="{B0B36D21-D2E4-6E58-017C-AADF368FEAD7}"/>
              </a:ext>
            </a:extLst>
          </p:cNvPr>
          <p:cNvSpPr txBox="1">
            <a:spLocks/>
          </p:cNvSpPr>
          <p:nvPr/>
        </p:nvSpPr>
        <p:spPr>
          <a:xfrm>
            <a:off x="5993818" y="1657461"/>
            <a:ext cx="4369379" cy="2402911"/>
          </a:xfrm>
          <a:prstGeom prst="rect">
            <a:avLst/>
          </a:prstGeom>
        </p:spPr>
        <p:txBody>
          <a:bodyPr vert="horz" lIns="109728" tIns="109728" rIns="109728" bIns="91440" rtlCol="0" anchor="t">
            <a:normAutofit fontScale="25000" lnSpcReduction="20000"/>
          </a:bodyPr>
          <a:lstStyle>
            <a:lvl1pPr marL="0" indent="0" algn="l" defTabSz="914400" rtl="0" eaLnBrk="1" latinLnBrk="0" hangingPunct="1">
              <a:lnSpc>
                <a:spcPct val="125000"/>
              </a:lnSpc>
              <a:spcBef>
                <a:spcPts val="930"/>
              </a:spcBef>
              <a:spcAft>
                <a:spcPts val="600"/>
              </a:spcAft>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25000"/>
              </a:lnSpc>
              <a:spcBef>
                <a:spcPts val="930"/>
              </a:spcBef>
              <a:spcAft>
                <a:spcPts val="600"/>
              </a:spcAft>
              <a:buFont typeface="Corbel" panose="020B0503020204020204" pitchFamily="34" charset="0"/>
              <a:buNone/>
              <a:defRPr sz="18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25000"/>
              </a:lnSpc>
              <a:spcBef>
                <a:spcPts val="930"/>
              </a:spcBef>
              <a:spcAft>
                <a:spcPts val="600"/>
              </a:spcAft>
              <a:buFont typeface="Corbel" panose="020B0503020204020204" pitchFamily="34" charset="0"/>
              <a:buChar char="–"/>
              <a:defRPr sz="18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a:lnSpc>
                <a:spcPct val="110000"/>
              </a:lnSpc>
            </a:pPr>
            <a:r>
              <a:rPr lang="en-US" sz="5600" b="1" dirty="0">
                <a:ea typeface="Calibri" panose="020F0502020204030204" pitchFamily="34" charset="0"/>
                <a:cs typeface="Calibri" panose="020F0502020204030204" pitchFamily="34" charset="0"/>
              </a:rPr>
              <a:t>Install Postgres ODBC Driver</a:t>
            </a:r>
          </a:p>
          <a:p>
            <a:pPr>
              <a:lnSpc>
                <a:spcPct val="110000"/>
              </a:lnSpc>
            </a:pPr>
            <a:r>
              <a:rPr lang="en-US" sz="5600" b="1" dirty="0">
                <a:ea typeface="Calibri" panose="020F0502020204030204" pitchFamily="34" charset="0"/>
                <a:cs typeface="Calibri" panose="020F0502020204030204" pitchFamily="34" charset="0"/>
                <a:hlinkClick r:id="rId7"/>
              </a:rPr>
              <a:t>https://tinyurl.com/296cfvrd</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PowerShell for VS Code</a:t>
            </a:r>
          </a:p>
          <a:p>
            <a:pPr>
              <a:lnSpc>
                <a:spcPct val="110000"/>
              </a:lnSpc>
            </a:pPr>
            <a:r>
              <a:rPr lang="en-US" sz="5600" b="1" dirty="0">
                <a:ea typeface="Calibri" panose="020F0502020204030204" pitchFamily="34" charset="0"/>
                <a:cs typeface="Calibri" panose="020F0502020204030204" pitchFamily="34" charset="0"/>
                <a:hlinkClick r:id="rId8"/>
              </a:rPr>
              <a:t>https://tinyurl.com/2bj5y2pr</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Install dbt Postgres adapter</a:t>
            </a:r>
          </a:p>
          <a:p>
            <a:pPr>
              <a:lnSpc>
                <a:spcPct val="110000"/>
              </a:lnSpc>
            </a:pPr>
            <a:r>
              <a:rPr lang="en-US" sz="5600" b="1" dirty="0">
                <a:ea typeface="Calibri" panose="020F0502020204030204" pitchFamily="34" charset="0"/>
                <a:cs typeface="Calibri" panose="020F0502020204030204" pitchFamily="34" charset="0"/>
                <a:hlinkClick r:id="rId9"/>
              </a:rPr>
              <a:t>https://tinyurl.com/48cj55rc</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Install dba Tools for PowerShell</a:t>
            </a:r>
          </a:p>
          <a:p>
            <a:pPr>
              <a:lnSpc>
                <a:spcPct val="110000"/>
              </a:lnSpc>
            </a:pPr>
            <a:r>
              <a:rPr lang="en-US" sz="5600" b="1" dirty="0">
                <a:ea typeface="Calibri" panose="020F0502020204030204" pitchFamily="34" charset="0"/>
                <a:cs typeface="Calibri" panose="020F0502020204030204" pitchFamily="34" charset="0"/>
                <a:hlinkClick r:id="rId10"/>
              </a:rPr>
              <a:t>https://tinyurl.com/ytxp375j</a:t>
            </a:r>
            <a:endParaRPr lang="en-US" sz="5600" b="1" dirty="0">
              <a:ea typeface="Calibri" panose="020F0502020204030204" pitchFamily="34" charset="0"/>
              <a:cs typeface="Calibri" panose="020F0502020204030204" pitchFamily="34" charset="0"/>
            </a:endParaRPr>
          </a:p>
          <a:p>
            <a:pPr>
              <a:lnSpc>
                <a:spcPct val="110000"/>
              </a:lnSpc>
            </a:pPr>
            <a:endParaRPr lang="en-US" sz="6400" b="1" dirty="0">
              <a:ea typeface="Calibri" panose="020F0502020204030204" pitchFamily="34" charset="0"/>
              <a:cs typeface="Calibri" panose="020F0502020204030204" pitchFamily="34" charset="0"/>
            </a:endParaRPr>
          </a:p>
          <a:p>
            <a:pPr>
              <a:lnSpc>
                <a:spcPct val="110000"/>
              </a:lnSpc>
            </a:pPr>
            <a:endParaRPr lang="en-US" sz="6400"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endParaRPr lang="en-US" dirty="0"/>
          </a:p>
        </p:txBody>
      </p:sp>
    </p:spTree>
    <p:extLst>
      <p:ext uri="{BB962C8B-B14F-4D97-AF65-F5344CB8AC3E}">
        <p14:creationId xmlns:p14="http://schemas.microsoft.com/office/powerpoint/2010/main" val="17381117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76BAE-0973-E646-7AC7-5B00001287F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1CCF02-3CF2-2006-A84B-DD38DF8D494F}"/>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204F65D0-7D55-4E2E-9905-DB096A9A5E6F}"/>
              </a:ext>
            </a:extLst>
          </p:cNvPr>
          <p:cNvSpPr>
            <a:spLocks noGrp="1"/>
          </p:cNvSpPr>
          <p:nvPr>
            <p:ph sz="quarter" idx="14"/>
          </p:nvPr>
        </p:nvSpPr>
        <p:spPr>
          <a:xfrm>
            <a:off x="648935" y="1701003"/>
            <a:ext cx="4369379" cy="2402911"/>
          </a:xfrm>
        </p:spPr>
        <p:txBody>
          <a:bodyPr>
            <a:normAutofit fontScale="25000" lnSpcReduction="20000"/>
          </a:bodyPr>
          <a:lstStyle/>
          <a:p>
            <a:pPr>
              <a:lnSpc>
                <a:spcPct val="110000"/>
              </a:lnSpc>
            </a:pPr>
            <a:r>
              <a:rPr lang="en-US" sz="5600" b="1" dirty="0">
                <a:ea typeface="Calibri" panose="020F0502020204030204" pitchFamily="34" charset="0"/>
                <a:cs typeface="Calibri" panose="020F0502020204030204" pitchFamily="34" charset="0"/>
              </a:rPr>
              <a:t>dbt project file</a:t>
            </a:r>
          </a:p>
          <a:p>
            <a:pPr>
              <a:lnSpc>
                <a:spcPct val="110000"/>
              </a:lnSpc>
            </a:pPr>
            <a:r>
              <a:rPr lang="en-US" sz="5600" b="1" dirty="0">
                <a:ea typeface="Calibri" panose="020F0502020204030204" pitchFamily="34" charset="0"/>
                <a:cs typeface="Calibri" panose="020F0502020204030204" pitchFamily="34" charset="0"/>
                <a:hlinkClick r:id="rId3"/>
              </a:rPr>
              <a:t>https://tinyurl.com/ym75b3kx</a:t>
            </a:r>
            <a:endParaRPr lang="en-US" sz="5600" b="1" dirty="0">
              <a:ea typeface="Calibri" panose="020F0502020204030204" pitchFamily="34" charset="0"/>
              <a:cs typeface="Calibri" panose="020F0502020204030204" pitchFamily="34" charset="0"/>
            </a:endParaRPr>
          </a:p>
          <a:p>
            <a:pPr>
              <a:lnSpc>
                <a:spcPct val="110000"/>
              </a:lnSpc>
            </a:pPr>
            <a:endParaRPr lang="en-US" sz="32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dbt profiles file</a:t>
            </a:r>
          </a:p>
          <a:p>
            <a:pPr>
              <a:lnSpc>
                <a:spcPct val="110000"/>
              </a:lnSpc>
            </a:pPr>
            <a:r>
              <a:rPr lang="en-US" sz="5600" b="1" dirty="0">
                <a:ea typeface="Calibri" panose="020F0502020204030204" pitchFamily="34" charset="0"/>
                <a:cs typeface="Calibri" panose="020F0502020204030204" pitchFamily="34" charset="0"/>
                <a:hlinkClick r:id="rId4"/>
              </a:rPr>
              <a:t>https://tinyurl.com/k6kfcnjs</a:t>
            </a:r>
            <a:endParaRPr lang="en-US" sz="5600" b="1" dirty="0">
              <a:ea typeface="Calibri" panose="020F0502020204030204" pitchFamily="34" charset="0"/>
              <a:cs typeface="Calibri" panose="020F0502020204030204" pitchFamily="34" charset="0"/>
            </a:endParaRPr>
          </a:p>
          <a:p>
            <a:pPr>
              <a:lnSpc>
                <a:spcPct val="110000"/>
              </a:lnSpc>
            </a:pPr>
            <a:endParaRPr lang="en-US" sz="32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dbt command reference</a:t>
            </a:r>
          </a:p>
          <a:p>
            <a:pPr>
              <a:lnSpc>
                <a:spcPct val="110000"/>
              </a:lnSpc>
            </a:pPr>
            <a:r>
              <a:rPr lang="en-US" sz="5600" b="1" dirty="0">
                <a:ea typeface="Calibri" panose="020F0502020204030204" pitchFamily="34" charset="0"/>
                <a:cs typeface="Calibri" panose="020F0502020204030204" pitchFamily="34" charset="0"/>
                <a:hlinkClick r:id="rId5"/>
              </a:rPr>
              <a:t>https://tinyurl.com/yc6ef236</a:t>
            </a:r>
            <a:endParaRPr lang="en-US" sz="5600" b="1" dirty="0">
              <a:ea typeface="Calibri" panose="020F0502020204030204" pitchFamily="34" charset="0"/>
              <a:cs typeface="Calibri" panose="020F0502020204030204" pitchFamily="34" charset="0"/>
            </a:endParaRPr>
          </a:p>
          <a:p>
            <a:pPr>
              <a:lnSpc>
                <a:spcPct val="110000"/>
              </a:lnSpc>
            </a:pPr>
            <a:endParaRPr lang="en-US" sz="32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dbt materializations</a:t>
            </a:r>
          </a:p>
          <a:p>
            <a:pPr>
              <a:lnSpc>
                <a:spcPct val="110000"/>
              </a:lnSpc>
            </a:pPr>
            <a:r>
              <a:rPr lang="en-US" sz="5600" b="1" dirty="0">
                <a:ea typeface="Calibri" panose="020F0502020204030204" pitchFamily="34" charset="0"/>
                <a:cs typeface="Calibri" panose="020F0502020204030204" pitchFamily="34" charset="0"/>
                <a:hlinkClick r:id="rId6"/>
              </a:rPr>
              <a:t>https://tinyurl.com/tb2nfsdy</a:t>
            </a:r>
            <a:endParaRPr lang="en-US" sz="5600" b="1" dirty="0">
              <a:ea typeface="Calibri" panose="020F0502020204030204" pitchFamily="34" charset="0"/>
              <a:cs typeface="Calibri" panose="020F0502020204030204" pitchFamily="34" charset="0"/>
            </a:endParaRPr>
          </a:p>
          <a:p>
            <a:pPr>
              <a:lnSpc>
                <a:spcPct val="110000"/>
              </a:lnSpc>
            </a:pPr>
            <a:endParaRPr lang="en-US" sz="5600" b="1" dirty="0">
              <a:ea typeface="Calibri" panose="020F0502020204030204" pitchFamily="34" charset="0"/>
              <a:cs typeface="Calibri" panose="020F0502020204030204" pitchFamily="34" charset="0"/>
            </a:endParaRPr>
          </a:p>
          <a:p>
            <a:pPr>
              <a:lnSpc>
                <a:spcPct val="110000"/>
              </a:lnSpc>
            </a:pPr>
            <a:endParaRPr lang="en-US" sz="6400" b="1" dirty="0">
              <a:ea typeface="Calibri" panose="020F0502020204030204" pitchFamily="34" charset="0"/>
              <a:cs typeface="Calibri" panose="020F0502020204030204" pitchFamily="34" charset="0"/>
            </a:endParaRPr>
          </a:p>
          <a:p>
            <a:pPr>
              <a:lnSpc>
                <a:spcPct val="110000"/>
              </a:lnSpc>
            </a:pPr>
            <a:endParaRPr lang="en-US" sz="6400"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endParaRPr lang="en-US" dirty="0"/>
          </a:p>
        </p:txBody>
      </p:sp>
      <p:sp>
        <p:nvSpPr>
          <p:cNvPr id="5" name="Content Placeholder 2">
            <a:extLst>
              <a:ext uri="{FF2B5EF4-FFF2-40B4-BE49-F238E27FC236}">
                <a16:creationId xmlns:a16="http://schemas.microsoft.com/office/drawing/2014/main" id="{7EE40B30-72C4-6F93-A906-AEC27959BB3F}"/>
              </a:ext>
            </a:extLst>
          </p:cNvPr>
          <p:cNvSpPr txBox="1">
            <a:spLocks/>
          </p:cNvSpPr>
          <p:nvPr/>
        </p:nvSpPr>
        <p:spPr>
          <a:xfrm>
            <a:off x="5993818" y="1657461"/>
            <a:ext cx="4369379" cy="2402911"/>
          </a:xfrm>
          <a:prstGeom prst="rect">
            <a:avLst/>
          </a:prstGeom>
        </p:spPr>
        <p:txBody>
          <a:bodyPr vert="horz" lIns="109728" tIns="109728" rIns="109728" bIns="91440" rtlCol="0" anchor="t">
            <a:normAutofit fontScale="25000" lnSpcReduction="20000"/>
          </a:bodyPr>
          <a:lstStyle>
            <a:lvl1pPr marL="0" indent="0" algn="l" defTabSz="914400" rtl="0" eaLnBrk="1" latinLnBrk="0" hangingPunct="1">
              <a:lnSpc>
                <a:spcPct val="125000"/>
              </a:lnSpc>
              <a:spcBef>
                <a:spcPts val="930"/>
              </a:spcBef>
              <a:spcAft>
                <a:spcPts val="600"/>
              </a:spcAft>
              <a:buFont typeface="Corbel" panose="020B0503020204020204" pitchFamily="34" charset="0"/>
              <a:buNone/>
              <a:defRPr sz="1800" b="0" kern="1200" spc="150" baseline="0">
                <a:solidFill>
                  <a:schemeClr val="tx1">
                    <a:lumMod val="75000"/>
                    <a:lumOff val="25000"/>
                  </a:schemeClr>
                </a:solidFill>
                <a:latin typeface="+mn-lt"/>
                <a:ea typeface="+mn-ea"/>
                <a:cs typeface="+mn-cs"/>
              </a:defRPr>
            </a:lvl1pPr>
            <a:lvl2pPr marL="0" indent="0" algn="l" defTabSz="914400" rtl="0" eaLnBrk="1" latinLnBrk="0" hangingPunct="1">
              <a:lnSpc>
                <a:spcPct val="125000"/>
              </a:lnSpc>
              <a:spcBef>
                <a:spcPts val="930"/>
              </a:spcBef>
              <a:spcAft>
                <a:spcPts val="600"/>
              </a:spcAft>
              <a:buFont typeface="Corbel" panose="020B0503020204020204" pitchFamily="34" charset="0"/>
              <a:buNone/>
              <a:defRPr sz="1800" kern="1200" spc="150" baseline="0">
                <a:solidFill>
                  <a:schemeClr val="tx1">
                    <a:lumMod val="75000"/>
                    <a:lumOff val="25000"/>
                  </a:schemeClr>
                </a:solidFill>
                <a:latin typeface="+mn-lt"/>
                <a:ea typeface="+mn-ea"/>
                <a:cs typeface="+mn-cs"/>
              </a:defRPr>
            </a:lvl2pPr>
            <a:lvl3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3pPr>
            <a:lvl4pPr marL="0" indent="-320040" algn="l" defTabSz="914400" rtl="0" eaLnBrk="1" latinLnBrk="0" hangingPunct="1">
              <a:lnSpc>
                <a:spcPct val="125000"/>
              </a:lnSpc>
              <a:spcBef>
                <a:spcPts val="930"/>
              </a:spcBef>
              <a:spcAft>
                <a:spcPts val="600"/>
              </a:spcAft>
              <a:buFont typeface="Corbel" panose="020B0503020204020204" pitchFamily="34" charset="0"/>
              <a:buChar char="–"/>
              <a:defRPr sz="1800" kern="1200" spc="150" baseline="0">
                <a:solidFill>
                  <a:schemeClr val="tx1">
                    <a:lumMod val="75000"/>
                    <a:lumOff val="25000"/>
                  </a:schemeClr>
                </a:solidFill>
                <a:latin typeface="+mn-lt"/>
                <a:ea typeface="+mn-ea"/>
                <a:cs typeface="+mn-cs"/>
              </a:defRPr>
            </a:lvl4pPr>
            <a:lvl5pPr marL="0" indent="-320040" algn="l" defTabSz="914400" rtl="0" eaLnBrk="1" latinLnBrk="0" hangingPunct="1">
              <a:lnSpc>
                <a:spcPct val="125000"/>
              </a:lnSpc>
              <a:spcBef>
                <a:spcPts val="930"/>
              </a:spcBef>
              <a:spcAft>
                <a:spcPts val="600"/>
              </a:spcAft>
              <a:buFont typeface="Corbel" panose="020B0503020204020204" pitchFamily="34" charset="0"/>
              <a:buChar char="–"/>
              <a:defRPr sz="1800" i="1" kern="1200" spc="150" baseline="0">
                <a:solidFill>
                  <a:schemeClr val="tx1">
                    <a:lumMod val="75000"/>
                    <a:lumOff val="25000"/>
                  </a:schemeClr>
                </a:solidFill>
                <a:latin typeface="+mn-lt"/>
                <a:ea typeface="+mn-ea"/>
                <a:cs typeface="+mn-cs"/>
              </a:defRPr>
            </a:lvl5pPr>
            <a:lvl6pPr marL="192024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224028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2560320" indent="-320040" algn="l" defTabSz="9144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8pPr>
            <a:lvl9pPr marL="2880360" indent="-320040" algn="l" defTabSz="9144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9pPr>
          </a:lstStyle>
          <a:p>
            <a:pPr>
              <a:lnSpc>
                <a:spcPct val="110000"/>
              </a:lnSpc>
            </a:pPr>
            <a:r>
              <a:rPr lang="en-US" sz="5600" b="1" dirty="0">
                <a:ea typeface="Calibri" panose="020F0502020204030204" pitchFamily="34" charset="0"/>
                <a:cs typeface="Calibri" panose="020F0502020204030204" pitchFamily="34" charset="0"/>
              </a:rPr>
              <a:t>dbt data tests</a:t>
            </a:r>
          </a:p>
          <a:p>
            <a:pPr>
              <a:lnSpc>
                <a:spcPct val="110000"/>
              </a:lnSpc>
            </a:pPr>
            <a:r>
              <a:rPr lang="en-US" sz="5600" b="1" dirty="0">
                <a:ea typeface="Calibri" panose="020F0502020204030204" pitchFamily="34" charset="0"/>
                <a:cs typeface="Calibri" panose="020F0502020204030204" pitchFamily="34" charset="0"/>
                <a:hlinkClick r:id="rId7"/>
              </a:rPr>
              <a:t>https://tinyurl.com/4677bet2</a:t>
            </a:r>
            <a:endParaRPr lang="en-US" sz="5600" b="1" dirty="0">
              <a:ea typeface="Calibri" panose="020F0502020204030204" pitchFamily="34" charset="0"/>
              <a:cs typeface="Calibri" panose="020F0502020204030204" pitchFamily="34" charset="0"/>
            </a:endParaRPr>
          </a:p>
          <a:p>
            <a:pPr>
              <a:lnSpc>
                <a:spcPct val="110000"/>
              </a:lnSpc>
            </a:pPr>
            <a:endParaRPr lang="en-US" sz="32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dbt Incremental Models</a:t>
            </a:r>
          </a:p>
          <a:p>
            <a:pPr>
              <a:lnSpc>
                <a:spcPct val="110000"/>
              </a:lnSpc>
            </a:pPr>
            <a:r>
              <a:rPr lang="en-US" sz="5600" b="1" dirty="0">
                <a:ea typeface="Calibri" panose="020F0502020204030204" pitchFamily="34" charset="0"/>
                <a:cs typeface="Calibri" panose="020F0502020204030204" pitchFamily="34" charset="0"/>
                <a:hlinkClick r:id="rId8"/>
              </a:rPr>
              <a:t>https://tinyurl.com/2jmnsmnb</a:t>
            </a:r>
            <a:endParaRPr lang="en-US" sz="5600" b="1" dirty="0">
              <a:ea typeface="Calibri" panose="020F0502020204030204" pitchFamily="34" charset="0"/>
              <a:cs typeface="Calibri" panose="020F0502020204030204" pitchFamily="34" charset="0"/>
            </a:endParaRPr>
          </a:p>
          <a:p>
            <a:pPr>
              <a:lnSpc>
                <a:spcPct val="110000"/>
              </a:lnSpc>
            </a:pPr>
            <a:endParaRPr lang="en-US" sz="32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dbt Jinga Functions</a:t>
            </a:r>
          </a:p>
          <a:p>
            <a:pPr>
              <a:lnSpc>
                <a:spcPct val="110000"/>
              </a:lnSpc>
            </a:pPr>
            <a:r>
              <a:rPr lang="en-US" sz="5600" b="1" dirty="0">
                <a:ea typeface="Calibri" panose="020F0502020204030204" pitchFamily="34" charset="0"/>
                <a:cs typeface="Calibri" panose="020F0502020204030204" pitchFamily="34" charset="0"/>
                <a:hlinkClick r:id="rId9"/>
              </a:rPr>
              <a:t>https://tinyurl.com/hscx36k3</a:t>
            </a:r>
            <a:endParaRPr lang="en-US" sz="5600" b="1" dirty="0">
              <a:ea typeface="Calibri" panose="020F0502020204030204" pitchFamily="34" charset="0"/>
              <a:cs typeface="Calibri" panose="020F0502020204030204" pitchFamily="34" charset="0"/>
            </a:endParaRPr>
          </a:p>
          <a:p>
            <a:pPr>
              <a:lnSpc>
                <a:spcPct val="110000"/>
              </a:lnSpc>
            </a:pPr>
            <a:endParaRPr lang="en-US" sz="3200" b="1" dirty="0">
              <a:ea typeface="Calibri" panose="020F0502020204030204" pitchFamily="34" charset="0"/>
              <a:cs typeface="Calibri" panose="020F0502020204030204" pitchFamily="34" charset="0"/>
            </a:endParaRPr>
          </a:p>
          <a:p>
            <a:pPr>
              <a:lnSpc>
                <a:spcPct val="110000"/>
              </a:lnSpc>
            </a:pPr>
            <a:r>
              <a:rPr lang="en-US" sz="5600" b="1" dirty="0">
                <a:ea typeface="Calibri" panose="020F0502020204030204" pitchFamily="34" charset="0"/>
                <a:cs typeface="Calibri" panose="020F0502020204030204" pitchFamily="34" charset="0"/>
              </a:rPr>
              <a:t>Great Expectations Module</a:t>
            </a:r>
          </a:p>
          <a:p>
            <a:pPr>
              <a:lnSpc>
                <a:spcPct val="110000"/>
              </a:lnSpc>
            </a:pPr>
            <a:r>
              <a:rPr lang="en-US" sz="5600" b="1" dirty="0">
                <a:ea typeface="Calibri" panose="020F0502020204030204" pitchFamily="34" charset="0"/>
                <a:cs typeface="Calibri" panose="020F0502020204030204" pitchFamily="34" charset="0"/>
                <a:hlinkClick r:id="rId10"/>
              </a:rPr>
              <a:t>https://tinyurl.com/8ztr7r5b</a:t>
            </a:r>
            <a:endParaRPr lang="en-US" sz="5600" b="1" dirty="0">
              <a:ea typeface="Calibri" panose="020F0502020204030204" pitchFamily="34" charset="0"/>
              <a:cs typeface="Calibri" panose="020F0502020204030204" pitchFamily="34" charset="0"/>
            </a:endParaRPr>
          </a:p>
          <a:p>
            <a:pPr>
              <a:lnSpc>
                <a:spcPct val="110000"/>
              </a:lnSpc>
            </a:pPr>
            <a:endParaRPr lang="en-US" sz="6400" b="1" dirty="0">
              <a:ea typeface="Calibri" panose="020F0502020204030204" pitchFamily="34" charset="0"/>
              <a:cs typeface="Calibri" panose="020F0502020204030204" pitchFamily="34" charset="0"/>
            </a:endParaRPr>
          </a:p>
          <a:p>
            <a:pPr>
              <a:lnSpc>
                <a:spcPct val="110000"/>
              </a:lnSpc>
            </a:pPr>
            <a:endParaRPr lang="en-US" sz="6400"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a:lnSpc>
                <a:spcPct val="110000"/>
              </a:lnSpc>
            </a:pPr>
            <a:endParaRPr lang="en-US" dirty="0">
              <a:ea typeface="Calibri" panose="020F0502020204030204" pitchFamily="34" charset="0"/>
              <a:cs typeface="Calibri" panose="020F0502020204030204" pitchFamily="34" charset="0"/>
            </a:endParaRPr>
          </a:p>
          <a:p>
            <a:pPr marL="342900" indent="-342900">
              <a:lnSpc>
                <a:spcPct val="110000"/>
              </a:lnSpc>
              <a:buFont typeface="+mj-lt"/>
              <a:buAutoNum type="arabicPeriod"/>
            </a:pPr>
            <a:endParaRPr lang="en-US" dirty="0"/>
          </a:p>
          <a:p>
            <a:endParaRPr lang="en-US" dirty="0"/>
          </a:p>
        </p:txBody>
      </p:sp>
    </p:spTree>
    <p:extLst>
      <p:ext uri="{BB962C8B-B14F-4D97-AF65-F5344CB8AC3E}">
        <p14:creationId xmlns:p14="http://schemas.microsoft.com/office/powerpoint/2010/main" val="32779112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64081DB-1923-4878-AB15-AD54F35A1DC7}"/>
              </a:ext>
            </a:extLst>
          </p:cNvPr>
          <p:cNvSpPr>
            <a:spLocks noGrp="1"/>
          </p:cNvSpPr>
          <p:nvPr>
            <p:ph type="title"/>
          </p:nvPr>
        </p:nvSpPr>
        <p:spPr/>
        <p:txBody>
          <a:bodyPr/>
          <a:lstStyle/>
          <a:p>
            <a:r>
              <a:rPr lang="en-US" dirty="0"/>
              <a:t>THANK YOU</a:t>
            </a:r>
          </a:p>
        </p:txBody>
      </p:sp>
      <p:sp>
        <p:nvSpPr>
          <p:cNvPr id="5" name="Content Placeholder 4">
            <a:extLst>
              <a:ext uri="{FF2B5EF4-FFF2-40B4-BE49-F238E27FC236}">
                <a16:creationId xmlns:a16="http://schemas.microsoft.com/office/drawing/2014/main" id="{5755816F-F516-477A-8EF2-D8CA20267590}"/>
              </a:ext>
            </a:extLst>
          </p:cNvPr>
          <p:cNvSpPr>
            <a:spLocks noGrp="1"/>
          </p:cNvSpPr>
          <p:nvPr>
            <p:ph idx="1"/>
          </p:nvPr>
        </p:nvSpPr>
        <p:spPr>
          <a:xfrm>
            <a:off x="7097486" y="3928342"/>
            <a:ext cx="4996543" cy="2285000"/>
          </a:xfrm>
        </p:spPr>
        <p:txBody>
          <a:bodyPr>
            <a:normAutofit/>
          </a:bodyPr>
          <a:lstStyle/>
          <a:p>
            <a:r>
              <a:rPr lang="en-US" dirty="0"/>
              <a:t>John Miner</a:t>
            </a:r>
          </a:p>
          <a:p>
            <a:r>
              <a:rPr lang="en-US" dirty="0"/>
              <a:t>401-477-4565</a:t>
            </a:r>
          </a:p>
          <a:p>
            <a:r>
              <a:rPr lang="en-US" dirty="0"/>
              <a:t>john@craftydba.com</a:t>
            </a:r>
          </a:p>
          <a:p>
            <a:r>
              <a:rPr lang="en-US" dirty="0"/>
              <a:t>www.youtube.com/@ninedatamuses</a:t>
            </a:r>
          </a:p>
        </p:txBody>
      </p:sp>
    </p:spTree>
    <p:extLst>
      <p:ext uri="{BB962C8B-B14F-4D97-AF65-F5344CB8AC3E}">
        <p14:creationId xmlns:p14="http://schemas.microsoft.com/office/powerpoint/2010/main" val="798203993"/>
      </p:ext>
    </p:extLst>
  </p:cSld>
  <p:clrMapOvr>
    <a:masterClrMapping/>
  </p:clrMapOvr>
</p:sld>
</file>

<file path=ppt/theme/theme1.xml><?xml version="1.0" encoding="utf-8"?>
<a:theme xmlns:a="http://schemas.openxmlformats.org/drawingml/2006/main" name="ShojiVTI">
  <a:themeElements>
    <a:clrScheme name="Shoji">
      <a:dk1>
        <a:sysClr val="windowText" lastClr="000000"/>
      </a:dk1>
      <a:lt1>
        <a:sysClr val="window" lastClr="FFFFFF"/>
      </a:lt1>
      <a:dk2>
        <a:srgbClr val="595460"/>
      </a:dk2>
      <a:lt2>
        <a:srgbClr val="EBEDEB"/>
      </a:lt2>
      <a:accent1>
        <a:srgbClr val="97A7B8"/>
      </a:accent1>
      <a:accent2>
        <a:srgbClr val="A5B592"/>
      </a:accent2>
      <a:accent3>
        <a:srgbClr val="CED228"/>
      </a:accent3>
      <a:accent4>
        <a:srgbClr val="D1C499"/>
      </a:accent4>
      <a:accent5>
        <a:srgbClr val="BDB3B6"/>
      </a:accent5>
      <a:accent6>
        <a:srgbClr val="C5A98D"/>
      </a:accent6>
      <a:hlink>
        <a:srgbClr val="CC9900"/>
      </a:hlink>
      <a:folHlink>
        <a:srgbClr val="96A9A9"/>
      </a:folHlink>
    </a:clrScheme>
    <a:fontScheme name="Custom 7">
      <a:majorFont>
        <a:latin typeface="Meiryo"/>
        <a:ea typeface=""/>
        <a:cs typeface=""/>
      </a:majorFont>
      <a:minorFont>
        <a:latin typeface="Meiryo"/>
        <a:ea typeface=""/>
        <a:cs typeface=""/>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hojiVTI" id="{00D0DDEB-E771-48E5-9E96-0647434F08B1}" vid="{9D22D596-7FD0-4F89-958C-AD79A09491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6F36CB81-A037-44A8-88EB-C0C0F17FD4B1}">
  <ds:schemaRefs>
    <ds:schemaRef ds:uri="http://schemas.microsoft.com/sharepoint/v3/contenttype/forms"/>
  </ds:schemaRefs>
</ds:datastoreItem>
</file>

<file path=customXml/itemProps2.xml><?xml version="1.0" encoding="utf-8"?>
<ds:datastoreItem xmlns:ds="http://schemas.openxmlformats.org/officeDocument/2006/customXml" ds:itemID="{2C1AA24C-4CA6-40FF-8947-DA1F6F47456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57FF477C-132F-44F8-8C56-EBFF95FAF97B}">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 id="{d4def53c-905d-442a-ba22-72ae0f5bcf4f}" enabled="1" method="Standard" siteId="{6c637512-c417-4e78-9d62-b61258e4b619}" contentBits="0" removed="0"/>
</clbl:labelList>
</file>

<file path=docProps/app.xml><?xml version="1.0" encoding="utf-8"?>
<Properties xmlns="http://schemas.openxmlformats.org/officeDocument/2006/extended-properties" xmlns:vt="http://schemas.openxmlformats.org/officeDocument/2006/docPropsVTypes">
  <Template>ShojiVTI</Template>
  <TotalTime>1824</TotalTime>
  <Words>854</Words>
  <Application>Microsoft Office PowerPoint</Application>
  <PresentationFormat>Widescreen</PresentationFormat>
  <Paragraphs>200</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Meiryo</vt:lpstr>
      <vt:lpstr>Calibri</vt:lpstr>
      <vt:lpstr>Corbel</vt:lpstr>
      <vt:lpstr>ShojiVTI</vt:lpstr>
      <vt:lpstr>Introduction to the  data build tool (dbt) For Azure Databricks</vt:lpstr>
      <vt:lpstr>Agenda</vt:lpstr>
      <vt:lpstr>Data Modeling</vt:lpstr>
      <vt:lpstr>1st Normal Form</vt:lpstr>
      <vt:lpstr>2nd Normal Form</vt:lpstr>
      <vt:lpstr>3rd Normal Form</vt:lpstr>
      <vt:lpstr>Star Schema</vt:lpstr>
      <vt:lpstr>Background</vt:lpstr>
      <vt:lpstr>Setup</vt:lpstr>
      <vt:lpstr>Architectural Diagram</vt:lpstr>
      <vt:lpstr>Library Toy Schema</vt:lpstr>
      <vt:lpstr>Seeding Data</vt:lpstr>
      <vt:lpstr>Materializing Data</vt:lpstr>
      <vt:lpstr>Data Quality </vt:lpstr>
      <vt:lpstr>Producing Documentation </vt:lpstr>
      <vt:lpstr>Capstone</vt:lpstr>
      <vt:lpstr>Summary</vt:lpstr>
      <vt:lpstr>Installations Links</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Miner</dc:creator>
  <cp:lastModifiedBy>John Miner</cp:lastModifiedBy>
  <cp:revision>30</cp:revision>
  <dcterms:created xsi:type="dcterms:W3CDTF">2026-04-07T15:45:49Z</dcterms:created>
  <dcterms:modified xsi:type="dcterms:W3CDTF">2026-08-26T14:04:33Z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